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-876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13D7-EFCB-4114-932F-42478F30B529}" type="datetimeFigureOut">
              <a:rPr lang="en-IN" smtClean="0"/>
              <a:pPr/>
              <a:t>22-08-2023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E170-C78F-4537-B5D4-6296E2A7B45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05015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13D7-EFCB-4114-932F-42478F30B529}" type="datetimeFigureOut">
              <a:rPr lang="en-IN" smtClean="0"/>
              <a:pPr/>
              <a:t>22-08-2023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E170-C78F-4537-B5D4-6296E2A7B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45092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13D7-EFCB-4114-932F-42478F30B529}" type="datetimeFigureOut">
              <a:rPr lang="en-IN" smtClean="0"/>
              <a:pPr/>
              <a:t>22-08-2023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E170-C78F-4537-B5D4-6296E2A7B45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69775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13D7-EFCB-4114-932F-42478F30B529}" type="datetimeFigureOut">
              <a:rPr lang="en-IN" smtClean="0"/>
              <a:pPr/>
              <a:t>22-08-2023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E170-C78F-4537-B5D4-6296E2A7B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10239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13D7-EFCB-4114-932F-42478F30B529}" type="datetimeFigureOut">
              <a:rPr lang="en-IN" smtClean="0"/>
              <a:pPr/>
              <a:t>22-08-2023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E170-C78F-4537-B5D4-6296E2A7B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8222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13D7-EFCB-4114-932F-42478F30B529}" type="datetimeFigureOut">
              <a:rPr lang="en-IN" smtClean="0"/>
              <a:pPr/>
              <a:t>22-08-2023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E170-C78F-4537-B5D4-6296E2A7B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50250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13D7-EFCB-4114-932F-42478F30B529}" type="datetimeFigureOut">
              <a:rPr lang="en-IN" smtClean="0"/>
              <a:pPr/>
              <a:t>22-08-2023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E170-C78F-4537-B5D4-6296E2A7B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39761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0D113D7-EFCB-4114-932F-42478F30B529}" type="datetimeFigureOut">
              <a:rPr lang="en-IN" smtClean="0"/>
              <a:pPr/>
              <a:t>22-08-2023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9CE170-C78F-4537-B5D4-6296E2A7B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21163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13D7-EFCB-4114-932F-42478F30B529}" type="datetimeFigureOut">
              <a:rPr lang="en-IN" smtClean="0"/>
              <a:pPr/>
              <a:t>22-08-2023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E170-C78F-4537-B5D4-6296E2A7B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69809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13D7-EFCB-4114-932F-42478F30B529}" type="datetimeFigureOut">
              <a:rPr lang="en-IN" smtClean="0"/>
              <a:pPr/>
              <a:t>22-08-2023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E170-C78F-4537-B5D4-6296E2A7B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6737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13D7-EFCB-4114-932F-42478F30B529}" type="datetimeFigureOut">
              <a:rPr lang="en-IN" smtClean="0"/>
              <a:pPr/>
              <a:t>22-08-2023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E170-C78F-4537-B5D4-6296E2A7B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3199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D113D7-EFCB-4114-932F-42478F30B529}" type="datetimeFigureOut">
              <a:rPr lang="en-IN" smtClean="0"/>
              <a:pPr/>
              <a:t>22-08-2023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39CE170-C78F-4537-B5D4-6296E2A7B45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635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0AE2D4-BEB6-4F5E-953D-2E8C557F40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JENKINS PIPELINE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E18C187-B1AF-432B-840A-42A61005C9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MAVEN JAVA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0896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EE6FD7-BE9C-4E9B-A38C-73C0DE651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3527"/>
            <a:ext cx="10058400" cy="725379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a Maven Project </a:t>
            </a:r>
            <a:r>
              <a:rPr lang="en-US" sz="3100" b="1" dirty="0"/>
              <a:t>- &gt; File - &gt; New -&gt; Maven Project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4E1710C-5C99-4CBA-87CF-6296F562C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47FDE71-E59B-41E9-8D62-0BD186DD212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80730"/>
            <a:ext cx="12192000" cy="514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858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9A8C2D-2BF6-4CAD-9BC8-B8BA31CD8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dirty="0"/>
              <a:t>Click on Next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D8E203-09BF-48F7-8D45-348C1CB7D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8445EA7-C58F-4D66-92E1-A1B636F5F66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27464"/>
            <a:ext cx="12192000" cy="524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95430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BB39EA-033A-4622-A006-26A571BE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676" y="286603"/>
            <a:ext cx="12023324" cy="702303"/>
          </a:xfrm>
        </p:spPr>
        <p:txBody>
          <a:bodyPr>
            <a:noAutofit/>
          </a:bodyPr>
          <a:lstStyle/>
          <a:p>
            <a:r>
              <a:rPr lang="en-US" sz="2800" dirty="0"/>
              <a:t>Select the </a:t>
            </a:r>
            <a:r>
              <a:rPr lang="en-US" sz="2800" dirty="0" err="1"/>
              <a:t>quickstart</a:t>
            </a:r>
            <a:r>
              <a:rPr lang="en-US" sz="2800" dirty="0"/>
              <a:t> archetype under </a:t>
            </a:r>
            <a:r>
              <a:rPr lang="en-US" sz="2800" dirty="0" err="1"/>
              <a:t>org.apache.maven.archetypes</a:t>
            </a:r>
            <a:r>
              <a:rPr lang="en-US" sz="2800" dirty="0"/>
              <a:t> and click on Next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7447DB-F7C2-4233-BF03-052F31AF0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1F19F49-9749-4AD3-83C3-8DE1A89589E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54097"/>
            <a:ext cx="12192000" cy="514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2250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9BC284-9E36-4C08-8C8A-E18EB37DF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54" y="286603"/>
            <a:ext cx="12094346" cy="70230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Give Artifact ID of your choice and click Finish, Maven Project is created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9EBFDE-D9C6-4828-807D-CBDB7CCDE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357D74C-9E2C-4017-8301-66AF29756EE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18586"/>
            <a:ext cx="12192000" cy="516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8721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AB72A6-2371-4D31-84AE-DF023433B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286603"/>
            <a:ext cx="11931588" cy="702303"/>
          </a:xfrm>
        </p:spPr>
        <p:txBody>
          <a:bodyPr>
            <a:noAutofit/>
          </a:bodyPr>
          <a:lstStyle/>
          <a:p>
            <a:r>
              <a:rPr lang="en-US" sz="2800" dirty="0"/>
              <a:t>In the created project, Check for App.java file containing Hello World program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503385-177C-40E0-A756-896963271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059DF35-41BA-46A3-B541-64FE58CFE74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07362"/>
            <a:ext cx="12192000" cy="506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47546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13FE44-BE44-4DD8-80A2-1B2D09716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31" y="286604"/>
            <a:ext cx="11913833" cy="769840"/>
          </a:xfrm>
        </p:spPr>
        <p:txBody>
          <a:bodyPr>
            <a:noAutofit/>
          </a:bodyPr>
          <a:lstStyle/>
          <a:p>
            <a:r>
              <a:rPr lang="en-US" sz="3200" dirty="0"/>
              <a:t>Right click on your project and Run As Maven Clean - It clears out the existing classes that you compiled from last compile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856CAF-2587-4B0A-A3A6-AED737706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5E45F42-2C7B-4EC6-886E-C229B83A4ED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2874"/>
            <a:ext cx="12192000" cy="505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3359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D388A2-2A46-4B48-B115-30A06AAB9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98" y="286603"/>
            <a:ext cx="10995882" cy="702303"/>
          </a:xfrm>
        </p:spPr>
        <p:txBody>
          <a:bodyPr>
            <a:normAutofit fontScale="90000"/>
          </a:bodyPr>
          <a:lstStyle/>
          <a:p>
            <a:r>
              <a:rPr lang="en-US" dirty="0"/>
              <a:t>Check the console for Build Success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E28F2B-931E-4E42-BE1F-0B7AC86F4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75DA52D-74A4-44D0-8C04-DF99B527BBA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45218"/>
            <a:ext cx="12192000" cy="518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4045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10D034-C5BC-4B32-B004-866AC40D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43" y="286603"/>
            <a:ext cx="11940466" cy="831983"/>
          </a:xfrm>
        </p:spPr>
        <p:txBody>
          <a:bodyPr>
            <a:noAutofit/>
          </a:bodyPr>
          <a:lstStyle/>
          <a:p>
            <a:r>
              <a:rPr lang="en-US" sz="3200" dirty="0"/>
              <a:t>Right click on your project and Run As Maven Install - to add artifact(s) to the local repository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88BB288-8256-4554-9930-C3E5BABC0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1901584-E10D-40E4-B450-3A1775509B0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05017"/>
            <a:ext cx="12192000" cy="494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9248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D53DE2-49B8-4B80-9E0A-3636D00B9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70225"/>
          </a:xfrm>
        </p:spPr>
        <p:txBody>
          <a:bodyPr>
            <a:normAutofit fontScale="90000"/>
          </a:bodyPr>
          <a:lstStyle/>
          <a:p>
            <a:r>
              <a:rPr lang="en-US" dirty="0"/>
              <a:t>Check the console for Build Success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AFD6B1-9185-41ED-A421-0B56C3F47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913EA02-7AC4-47E2-BFBD-747A453443E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65320"/>
            <a:ext cx="12192000" cy="523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3905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9C1088-6E3A-40BB-A797-84CCB9567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0" y="286604"/>
            <a:ext cx="11842812" cy="823106"/>
          </a:xfrm>
        </p:spPr>
        <p:txBody>
          <a:bodyPr>
            <a:noAutofit/>
          </a:bodyPr>
          <a:lstStyle/>
          <a:p>
            <a:r>
              <a:rPr lang="en-US" sz="3200" dirty="0"/>
              <a:t>Right click on your project and Run As Maven </a:t>
            </a:r>
            <a:r>
              <a:rPr lang="en-US" sz="3200" dirty="0" smtClean="0"/>
              <a:t>test</a:t>
            </a:r>
            <a:r>
              <a:rPr lang="en-US" sz="3200" dirty="0" smtClean="0"/>
              <a:t> </a:t>
            </a:r>
            <a:r>
              <a:rPr lang="en-US" sz="3200" dirty="0"/>
              <a:t>- use to specify test classes or methods we want to execute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60D172-42A7-45C3-8FCF-10C0B8DA5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51C5BCC-DFC6-4E38-A34C-27B087B5BF8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22353"/>
            <a:ext cx="12192000" cy="507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4650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5B85E5-5A8C-479F-8EE7-CF16524D6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20" y="286603"/>
            <a:ext cx="11004760" cy="702303"/>
          </a:xfrm>
        </p:spPr>
        <p:txBody>
          <a:bodyPr>
            <a:normAutofit fontScale="90000"/>
          </a:bodyPr>
          <a:lstStyle/>
          <a:p>
            <a:r>
              <a:rPr lang="en-US" dirty="0"/>
              <a:t>Check the console for Build Success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F7E1AC-9EFE-4FAA-BAF8-019B38004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83D2428-6ED0-44F8-A221-442835FA021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8484"/>
            <a:ext cx="12192000" cy="512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9990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BACCAF-5FB2-4D05-901E-14C7069C7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97" y="286604"/>
            <a:ext cx="11851689" cy="570226"/>
          </a:xfrm>
        </p:spPr>
        <p:txBody>
          <a:bodyPr>
            <a:noAutofit/>
          </a:bodyPr>
          <a:lstStyle/>
          <a:p>
            <a:r>
              <a:rPr lang="en-US" sz="2400" dirty="0"/>
              <a:t>Right click on your project and Run As Maven </a:t>
            </a:r>
            <a:r>
              <a:rPr lang="en-US" sz="2400" dirty="0" smtClean="0"/>
              <a:t>build </a:t>
            </a:r>
            <a:r>
              <a:rPr lang="en-US" sz="2400" dirty="0"/>
              <a:t>- Compiles source code of the project, Creates JAR or WAR file for the project to convert it into a distributable format.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62C289-9ED5-4AF6-9720-9AA1A17CC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0887BB2-263D-4036-BA8B-4001655D6A3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09708"/>
            <a:ext cx="12192000" cy="527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4002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2A8AD4-4559-48EB-AB08-879E7EB8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85" y="286603"/>
            <a:ext cx="11825057" cy="702303"/>
          </a:xfrm>
        </p:spPr>
        <p:txBody>
          <a:bodyPr>
            <a:normAutofit/>
          </a:bodyPr>
          <a:lstStyle/>
          <a:p>
            <a:r>
              <a:rPr lang="en-US" sz="4000" dirty="0"/>
              <a:t>Specify the goals as – Clean Install Test -&gt; Click on Apply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B83955-A98E-402F-BC82-6CB74787D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21D5AA0-CC00-4F7F-996A-3A3FBC8C80C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89608"/>
            <a:ext cx="12192000" cy="517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80876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AD190C-AA79-48BD-97E4-2BE5C1671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70225"/>
          </a:xfrm>
        </p:spPr>
        <p:txBody>
          <a:bodyPr>
            <a:normAutofit fontScale="90000"/>
          </a:bodyPr>
          <a:lstStyle/>
          <a:p>
            <a:r>
              <a:rPr lang="en-US" dirty="0"/>
              <a:t>Click on Run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0B6233-B93B-4AF7-9CCA-421EA1C4F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54C12F1-4D14-4DAC-9F4C-9BB256586A7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988906"/>
            <a:ext cx="12192000" cy="5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89204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E4C721-8E37-4BBE-8DA7-8DBD4C646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3" y="286603"/>
            <a:ext cx="10978127" cy="702303"/>
          </a:xfrm>
        </p:spPr>
        <p:txBody>
          <a:bodyPr>
            <a:normAutofit fontScale="90000"/>
          </a:bodyPr>
          <a:lstStyle/>
          <a:p>
            <a:r>
              <a:rPr lang="en-US" dirty="0"/>
              <a:t>Check for Build Success in Console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00D0B0-2C5E-4D53-817A-643C26D88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B76774B-0E8D-4D31-813C-7C46BECF3D4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18586"/>
            <a:ext cx="12192000" cy="522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04873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F5FDD5-3DB9-4BD3-B1E3-9BA0FF0E1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43" y="286603"/>
            <a:ext cx="11869444" cy="702303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Now Run the Project as Java Application to test the 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4BC5C7-6C40-407C-B946-ECEE8B8CA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CBC0A3F-5956-409B-91A0-E1B406255C4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83076"/>
            <a:ext cx="12192000" cy="521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09181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4297FC-66B5-414A-88D5-1BDCB2A30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31" y="286603"/>
            <a:ext cx="10969249" cy="702303"/>
          </a:xfrm>
        </p:spPr>
        <p:txBody>
          <a:bodyPr>
            <a:normAutofit fontScale="90000"/>
          </a:bodyPr>
          <a:lstStyle/>
          <a:p>
            <a:r>
              <a:rPr lang="en-US" dirty="0"/>
              <a:t>Select the Created project from the list - &gt; Click Ok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11D56C-429A-4C03-9C55-F873590C8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F79F169-4DC5-4941-B807-ED54E8D407F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54096"/>
            <a:ext cx="12192000" cy="521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910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AFECA1-27A8-4687-B1A1-C759E4678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75" y="286603"/>
            <a:ext cx="11603114" cy="796473"/>
          </a:xfrm>
        </p:spPr>
        <p:txBody>
          <a:bodyPr>
            <a:normAutofit fontScale="90000"/>
          </a:bodyPr>
          <a:lstStyle/>
          <a:p>
            <a:r>
              <a:rPr lang="en-US" dirty="0"/>
              <a:t>In the console we can view the output of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617385-697A-490E-B427-9D3FAB45D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4A8A16E-7745-4242-8F97-7438F20D3E5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42874"/>
            <a:ext cx="12192000" cy="512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85332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0FBE63-6507-45DD-9CF3-9FA0CA13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286603"/>
            <a:ext cx="11958221" cy="702303"/>
          </a:xfrm>
        </p:spPr>
        <p:txBody>
          <a:bodyPr>
            <a:noAutofit/>
          </a:bodyPr>
          <a:lstStyle/>
          <a:p>
            <a:r>
              <a:rPr lang="en-US" sz="3200" dirty="0"/>
              <a:t>Next is to push the project into GitHub, for this, create a new repository in GitHub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E7DAC4-3E59-4741-8BB4-94F2057B2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5C91104-EF3B-4BFB-A9C8-B8C261F6FDF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45218"/>
            <a:ext cx="12192000" cy="518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37557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34C26C-2B3E-46CA-AB27-027A1E537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19" y="286603"/>
            <a:ext cx="11700769" cy="1151579"/>
          </a:xfrm>
        </p:spPr>
        <p:txBody>
          <a:bodyPr>
            <a:normAutofit fontScale="90000"/>
          </a:bodyPr>
          <a:lstStyle/>
          <a:p>
            <a:r>
              <a:rPr lang="en-US" dirty="0"/>
              <a:t>Select Maven in </a:t>
            </a:r>
            <a:r>
              <a:rPr lang="en-US" dirty="0" err="1"/>
              <a:t>gitignore</a:t>
            </a:r>
            <a:r>
              <a:rPr lang="en-US" dirty="0"/>
              <a:t>- to ignore unwanted target files in maven project while committing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02BF29-8E6A-4550-AA6F-3B4ED1EAD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34491AE-95CB-4FE3-B2CC-A938A0E72AF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38182"/>
            <a:ext cx="12192000" cy="489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6163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4ACBE6-6A3B-4755-86CE-9AA59C50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78717"/>
          </a:xfrm>
        </p:spPr>
        <p:txBody>
          <a:bodyPr/>
          <a:lstStyle/>
          <a:p>
            <a:r>
              <a:rPr lang="en-US" dirty="0"/>
              <a:t>Click on create repository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3B3903-FD11-4475-9596-1786C6CCC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FEA6C6B-1EB2-4C2E-B708-5028F8D397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65320"/>
            <a:ext cx="12192000" cy="522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089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A19752-1A21-4C7E-B60D-8337CAC81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41" y="286603"/>
            <a:ext cx="11647503" cy="702303"/>
          </a:xfrm>
        </p:spPr>
        <p:txBody>
          <a:bodyPr>
            <a:noAutofit/>
          </a:bodyPr>
          <a:lstStyle/>
          <a:p>
            <a:r>
              <a:rPr lang="en-US" sz="4000" dirty="0"/>
              <a:t>Copy the HTTPs URL as shown to be copied into Jenkins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5E7D56-555C-4145-BBD0-B577DCCFE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7F6C9FE-069E-4835-B82E-B01B1781362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8485"/>
            <a:ext cx="12192000" cy="510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93214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0D2567-949B-4C0D-8A86-1937B7754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96" y="286603"/>
            <a:ext cx="10836084" cy="831983"/>
          </a:xfrm>
        </p:spPr>
        <p:txBody>
          <a:bodyPr>
            <a:normAutofit fontScale="90000"/>
          </a:bodyPr>
          <a:lstStyle/>
          <a:p>
            <a:r>
              <a:rPr lang="en-US" dirty="0"/>
              <a:t>Open Git Bash to push the project into GitHub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52AA5C-7FC5-48B6-A651-75669955A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32B6D55-B564-4E34-9AD5-5BA9652108E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84916"/>
            <a:ext cx="12192000" cy="493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67975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276E6E-FE3F-4B44-8A1B-817AC4D3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63" y="286604"/>
            <a:ext cx="11798423" cy="814228"/>
          </a:xfrm>
        </p:spPr>
        <p:txBody>
          <a:bodyPr>
            <a:normAutofit fontScale="90000"/>
          </a:bodyPr>
          <a:lstStyle/>
          <a:p>
            <a:r>
              <a:rPr lang="en-US" dirty="0"/>
              <a:t>Clone the GitHub repository into the local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597DE40-5FEE-46AD-96BD-84F38994C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0FE6E26-31CF-4E46-8A23-2D64B1A9D66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55938"/>
            <a:ext cx="12192000" cy="490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38770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D74655-96A8-468F-9FC2-0A1E42238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97" y="286603"/>
            <a:ext cx="11611992" cy="796473"/>
          </a:xfrm>
        </p:spPr>
        <p:txBody>
          <a:bodyPr/>
          <a:lstStyle/>
          <a:p>
            <a:r>
              <a:rPr lang="en-US" dirty="0"/>
              <a:t>After cloning follow the steps as shown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D0542B-0782-447E-8FF9-1E38E651C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D172BE0-825F-4EA6-8222-7ED8BD63122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87262"/>
            <a:ext cx="12192000" cy="502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74924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94CCD3-C2DE-4BF9-82AD-8F5676D1A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595"/>
            <a:ext cx="12171286" cy="1027292"/>
          </a:xfrm>
        </p:spPr>
        <p:txBody>
          <a:bodyPr>
            <a:noAutofit/>
          </a:bodyPr>
          <a:lstStyle/>
          <a:p>
            <a:r>
              <a:rPr lang="en-US" sz="3200" dirty="0"/>
              <a:t>One way of cloning the local and global projects is to copy the contents from eclipse workspace to the local cloned repository as shown</a:t>
            </a:r>
            <a:endParaRPr lang="en-IN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D5EB7D06-6E56-4058-8ACE-25EA14ACD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779362" y="1447060"/>
            <a:ext cx="6391923" cy="489159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7EF19F0-4BCD-4413-BC57-38DF6924710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2" y="1420427"/>
            <a:ext cx="5779363" cy="491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57178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2F93B1-3567-44CD-8020-1D85D603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286603"/>
            <a:ext cx="11487705" cy="702303"/>
          </a:xfrm>
        </p:spPr>
        <p:txBody>
          <a:bodyPr>
            <a:noAutofit/>
          </a:bodyPr>
          <a:lstStyle/>
          <a:p>
            <a:r>
              <a:rPr lang="en-US" sz="2800" dirty="0"/>
              <a:t>The project files are successfully copied into the </a:t>
            </a:r>
            <a:r>
              <a:rPr lang="en-US" sz="2800" dirty="0" err="1"/>
              <a:t>PresentProject</a:t>
            </a:r>
            <a:r>
              <a:rPr lang="en-US" sz="2800" dirty="0"/>
              <a:t> repository 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6FC1FE-2FA8-4C39-B60A-C9C75668C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2F64532-4740-4D57-9DD4-3C29C129BEB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54096"/>
            <a:ext cx="12192000" cy="515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2240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298F7E-C800-476C-82B5-1275DFBDF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128" y="286603"/>
            <a:ext cx="11248008" cy="570225"/>
          </a:xfrm>
        </p:spPr>
        <p:txBody>
          <a:bodyPr>
            <a:noAutofit/>
          </a:bodyPr>
          <a:lstStyle/>
          <a:p>
            <a:r>
              <a:rPr lang="en-US" sz="3600" dirty="0"/>
              <a:t>Using Git bash, add and commit the changes made as shown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435789-535D-4994-A699-B7D21B63D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5E859C-8750-4F7D-82AE-014A5B26A03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914400"/>
            <a:ext cx="12192000" cy="538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45705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800543-6A2B-41BE-BC4B-0F81E1CB9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3" y="286603"/>
            <a:ext cx="10978127" cy="702303"/>
          </a:xfrm>
        </p:spPr>
        <p:txBody>
          <a:bodyPr>
            <a:normAutofit fontScale="90000"/>
          </a:bodyPr>
          <a:lstStyle/>
          <a:p>
            <a:r>
              <a:rPr lang="en-US" dirty="0"/>
              <a:t>Push the changes to the GitHub as shown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42B749-D41C-492C-BBB9-62398D200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6225DCE-8D9B-4A5E-B3AA-D6FF3C03F41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71852"/>
            <a:ext cx="12192000" cy="514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33185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F5227B-AF6E-4C6F-8D11-D8803A889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570226"/>
          </a:xfrm>
        </p:spPr>
        <p:txBody>
          <a:bodyPr>
            <a:noAutofit/>
          </a:bodyPr>
          <a:lstStyle/>
          <a:p>
            <a:r>
              <a:rPr lang="en-US" sz="3600" dirty="0"/>
              <a:t>Refresh the GitHub to see the updated repository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5DF3A4-E587-4CCF-A60B-DEF15863E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AF82382-B8AE-44E7-A518-49863280206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56442"/>
            <a:ext cx="12192000" cy="527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16626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D26FBC-C623-441B-AA23-20D6D90BC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dirty="0"/>
              <a:t>Repository is successfully updated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74C1A2E-147F-4A19-9121-1A758B746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0E4E03E-EFD4-40EB-8B3B-C8DD08ECD03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74198"/>
            <a:ext cx="12192000" cy="529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72390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A9B88D-27B0-42D6-98A6-3581C4B84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1" y="286603"/>
            <a:ext cx="10818329" cy="831983"/>
          </a:xfrm>
        </p:spPr>
        <p:txBody>
          <a:bodyPr>
            <a:noAutofit/>
          </a:bodyPr>
          <a:lstStyle/>
          <a:p>
            <a:r>
              <a:rPr lang="en-US" sz="3600" dirty="0"/>
              <a:t>Open Jenkins in local host:8080 and create a new item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93070D-02A5-4E5E-9769-998167EBB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18C74F6-36D3-486D-A0D1-EDB10FC1486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84916"/>
            <a:ext cx="12192000" cy="498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786852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32D0D9-E1C0-4973-B02C-8459B13C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a new Freestyle Project and click ok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D7DD2D-62AA-4FD6-A0F3-19FA05BDD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6EB6664-6E2E-4338-9993-508018BF388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54096"/>
            <a:ext cx="12192000" cy="516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35466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D4FD52-1D86-4AED-99A1-F34D23DCB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96" y="286603"/>
            <a:ext cx="11576482" cy="702303"/>
          </a:xfrm>
        </p:spPr>
        <p:txBody>
          <a:bodyPr>
            <a:noAutofit/>
          </a:bodyPr>
          <a:lstStyle/>
          <a:p>
            <a:r>
              <a:rPr lang="en-US" sz="3200" dirty="0"/>
              <a:t>The next step is to give the Git repository URL of the project to be built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51D2C2-A865-4C57-A276-0E3D8E6E1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6D5DECC-4F4B-4C0A-B884-FBD23D3AB0F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40528"/>
            <a:ext cx="12192000" cy="500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93961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AB0347-0972-4699-B6D9-FB5B8A01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29" y="286604"/>
            <a:ext cx="11700769" cy="769840"/>
          </a:xfrm>
        </p:spPr>
        <p:txBody>
          <a:bodyPr>
            <a:noAutofit/>
          </a:bodyPr>
          <a:lstStyle/>
          <a:p>
            <a:r>
              <a:rPr lang="en-US" sz="3200" dirty="0"/>
              <a:t>After adding the repository URL, Specify the Branch as either Master/Main as it is in the GitHub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8C761B-FDDA-49AB-89BE-C63F5CBF8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4FE7412-CE35-4615-89B3-7EB5CE9115E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71852"/>
            <a:ext cx="12192000" cy="514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806254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DFC440-3758-46D2-BCFE-A99071ED1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20760"/>
          </a:xfrm>
        </p:spPr>
        <p:txBody>
          <a:bodyPr>
            <a:noAutofit/>
          </a:bodyPr>
          <a:lstStyle/>
          <a:p>
            <a:r>
              <a:rPr lang="en-US" sz="3600" dirty="0"/>
              <a:t>My project is in main branch so I have mentioned main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7AD32D-63E0-4DA1-8AB6-F035BE2F7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47B5560-1644-4E7E-9E2A-8D1B17594E0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76039"/>
            <a:ext cx="12192000" cy="491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428763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D3A950-7CFF-4AD9-BED1-924E5CDC4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dirty="0"/>
              <a:t>Now in Build, Invoke top-level Maven targets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6FDF34-5E46-4998-904E-85638F5F7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C697847-B066-4854-A232-F09D2372BA5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69507"/>
            <a:ext cx="12192000" cy="506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103497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8BA053-3058-4517-9369-D2CCAB1D0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862" y="286603"/>
            <a:ext cx="10782818" cy="778717"/>
          </a:xfrm>
        </p:spPr>
        <p:txBody>
          <a:bodyPr>
            <a:noAutofit/>
          </a:bodyPr>
          <a:lstStyle/>
          <a:p>
            <a:r>
              <a:rPr lang="en-US" sz="3200" dirty="0"/>
              <a:t>Select the Maven path which is already set in the global credentials in Manage Jenkins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5708F2B-DE32-410C-9B6C-9A85F7206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C911B76-11E6-4510-BB30-22B56A74402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47060"/>
            <a:ext cx="12192000" cy="482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534592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3C6393-EFFF-4827-B5B9-DFC5B1AE5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75" y="286604"/>
            <a:ext cx="10907105" cy="805350"/>
          </a:xfrm>
        </p:spPr>
        <p:txBody>
          <a:bodyPr>
            <a:noAutofit/>
          </a:bodyPr>
          <a:lstStyle/>
          <a:p>
            <a:r>
              <a:rPr lang="en-US" sz="3600" dirty="0"/>
              <a:t>Follow the same goals as done in eclipse starting with clean and install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0C53EA-50D1-4008-8096-94BE6E5A0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55B726D-30EC-4C98-A8C7-535B4924136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96140"/>
            <a:ext cx="12192000" cy="503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423761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CA68E9-2F75-479D-B9BA-A74F8272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1" y="286603"/>
            <a:ext cx="10853839" cy="938515"/>
          </a:xfrm>
        </p:spPr>
        <p:txBody>
          <a:bodyPr>
            <a:noAutofit/>
          </a:bodyPr>
          <a:lstStyle/>
          <a:p>
            <a:r>
              <a:rPr lang="en-US" sz="3200" dirty="0"/>
              <a:t>Now in post build actions-&gt; select Archive the artifacts, to send the output of build project to the testing team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5044C3-5FA9-41EF-8B1F-B04935E61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D081196-3F02-466C-8ECF-53713E97F27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11550"/>
            <a:ext cx="12192000" cy="497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58632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F7DC27-1D16-47C4-8128-0095BA3E7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40861"/>
          </a:xfrm>
        </p:spPr>
        <p:txBody>
          <a:bodyPr>
            <a:noAutofit/>
          </a:bodyPr>
          <a:lstStyle/>
          <a:p>
            <a:r>
              <a:rPr lang="en-US" sz="3200" dirty="0"/>
              <a:t>If we want to archive all the artifacts type **/* as shown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F811EB-7BDC-48A7-8DCE-A94F579FB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A54C563-58AB-48F3-A4B6-F77CB2EC8C6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31650"/>
            <a:ext cx="12192000" cy="498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378361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FAF1A0-C0D2-4476-A227-4533510E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08" y="286603"/>
            <a:ext cx="11674136" cy="831983"/>
          </a:xfrm>
        </p:spPr>
        <p:txBody>
          <a:bodyPr>
            <a:noAutofit/>
          </a:bodyPr>
          <a:lstStyle/>
          <a:p>
            <a:r>
              <a:rPr lang="en-US" sz="3200" dirty="0"/>
              <a:t>Now the next step is to build other projects, where we will create a test project which will be triggered by the build project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B5C905-5FA8-45F7-BEC9-ED4860925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673829C-B19F-403A-AEEC-3D643580CA7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40528"/>
            <a:ext cx="12192000" cy="495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103371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6A1929-FEE7-4C14-951B-49AABCE59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1" y="286603"/>
            <a:ext cx="10818329" cy="70230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Ignore the red warning, as we have not yet created the test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F673BED-2097-4FD8-A569-ED654F504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2F9E680-F9A2-4C35-ADED-93A0B596BC8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69507"/>
            <a:ext cx="12192000" cy="507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905967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ED8755-24EF-40D3-ACB0-5A51941AD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60" y="286603"/>
            <a:ext cx="10623020" cy="702303"/>
          </a:xfrm>
        </p:spPr>
        <p:txBody>
          <a:bodyPr>
            <a:noAutofit/>
          </a:bodyPr>
          <a:lstStyle/>
          <a:p>
            <a:r>
              <a:rPr lang="en-US" sz="3600" dirty="0"/>
              <a:t>Create a new freestyle project test as shown and click ok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3DBA88-6490-440B-8995-C5008064E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C027B4C-A82F-4F76-969F-3EBF4A2F740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36342"/>
            <a:ext cx="12192000" cy="518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233522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8D21B5-C515-4301-A576-53363B0E1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30" y="286603"/>
            <a:ext cx="10889350" cy="70230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This time we need not mention the git repository so select None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BBD229-E51F-4024-9B9B-B11AC1930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8D230B5-899C-4141-8494-0CF3C8195F3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25118"/>
            <a:ext cx="12192000" cy="514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652344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847EAA-07D5-4969-8EAC-050F67833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95" y="286603"/>
            <a:ext cx="11656381" cy="894127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In Build environment check the box as shown below, this is to discard old builds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C6F889-DF59-41F1-BB4A-E9D471B2F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B48846A-9EBA-432F-A636-075267A8DC6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38183"/>
            <a:ext cx="12192000" cy="496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818301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F27F2B-DDCC-4517-8E74-7F0E08B0C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9" y="286603"/>
            <a:ext cx="11913833" cy="894127"/>
          </a:xfrm>
        </p:spPr>
        <p:txBody>
          <a:bodyPr>
            <a:normAutofit fontScale="90000"/>
          </a:bodyPr>
          <a:lstStyle/>
          <a:p>
            <a:r>
              <a:rPr lang="en-US" sz="3100" dirty="0"/>
              <a:t>To forward the artifacts of the previous project to the current test project, select copy the artifacts from another project in Build as shown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C11A1D-83D8-4C8E-AFA8-799824ED5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A9E1263-2420-4B52-96D8-93C4F39D69E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91448"/>
            <a:ext cx="12192000" cy="492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562195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7B05E4-20B4-4D20-B6BA-6A93CD308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85" y="286603"/>
            <a:ext cx="11754035" cy="885249"/>
          </a:xfrm>
        </p:spPr>
        <p:txBody>
          <a:bodyPr>
            <a:noAutofit/>
          </a:bodyPr>
          <a:lstStyle/>
          <a:p>
            <a:r>
              <a:rPr lang="en-US" sz="3200" dirty="0"/>
              <a:t>Give the name of the project from which we want to copy the artifacts and check the box -&gt;stable build only-&gt;to copy all the artifacts type **/*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547843-2BF2-48E2-A1AA-717AEFBBF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E921681-3A8A-4035-80CD-466E8D47967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20426"/>
            <a:ext cx="12192000" cy="490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292438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5F6F99-44CD-466A-A209-11946BD15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09" y="286603"/>
            <a:ext cx="11789545" cy="702303"/>
          </a:xfrm>
        </p:spPr>
        <p:txBody>
          <a:bodyPr>
            <a:normAutofit fontScale="90000"/>
          </a:bodyPr>
          <a:lstStyle/>
          <a:p>
            <a:r>
              <a:rPr lang="en-US" dirty="0"/>
              <a:t>Now select Invoke top-level Maven targets in build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74F585-E9F0-4FFC-BEE7-E782926E1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C0C20CF-21A9-46F1-96CE-18294711027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16241"/>
            <a:ext cx="12192000" cy="512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709731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D92914-F67C-4AEA-AE47-97C8694E5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44" y="286603"/>
            <a:ext cx="11093536" cy="79647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This time give the goal as test after selecting the Maven version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D4352F-1BD0-4304-82A8-B63D8C07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1812DE0-C6D5-4772-AF25-B8495232860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60628"/>
            <a:ext cx="12192000" cy="501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512037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79B860-5143-4E62-A223-10F1ECF2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Autofit/>
          </a:bodyPr>
          <a:lstStyle/>
          <a:p>
            <a:r>
              <a:rPr lang="en-US" sz="3600" dirty="0"/>
              <a:t>In post-build actions-&gt;select Archive the artifacts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9B5F63-2640-4968-AD95-F2758C146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5F427AF-D999-4E02-A396-2F696BD1A1B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25118"/>
            <a:ext cx="12192000" cy="511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034980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93F8A9-6667-4042-973F-F322F5968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Autofit/>
          </a:bodyPr>
          <a:lstStyle/>
          <a:p>
            <a:r>
              <a:rPr lang="en-US" sz="3600" dirty="0"/>
              <a:t>To save all the artifacts-&gt;type **/* and Apply-&gt;Save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81414B-5E44-4420-86D5-9C8113C5B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A2D6853-1511-486B-ADE8-21C223E3E88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8485"/>
            <a:ext cx="12192000" cy="514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630689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A98324-2E12-43D6-8E96-E1588F65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98" y="286604"/>
            <a:ext cx="10995882" cy="867494"/>
          </a:xfrm>
        </p:spPr>
        <p:txBody>
          <a:bodyPr>
            <a:noAutofit/>
          </a:bodyPr>
          <a:lstStyle/>
          <a:p>
            <a:r>
              <a:rPr lang="en-US" sz="2400" dirty="0"/>
              <a:t>Create a pipeline by clicking on + symbol in the dashboard -&gt;a pipeline is a collection of events or jobs which are interlinked with one another in a sequence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7B3913-06E7-4DA8-B492-05DB67015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33FD5D7-2840-48BA-94F4-A79C45E014E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85900"/>
            <a:ext cx="12192000" cy="478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534203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4DFCDA-C5B2-4C9C-AC9D-7019F42B9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19" y="286604"/>
            <a:ext cx="11567604" cy="814228"/>
          </a:xfrm>
        </p:spPr>
        <p:txBody>
          <a:bodyPr>
            <a:noAutofit/>
          </a:bodyPr>
          <a:lstStyle/>
          <a:p>
            <a:r>
              <a:rPr lang="en-US" sz="3600" dirty="0"/>
              <a:t>Give a name to the pipeline-&gt;select Build Pipeline View-&gt;create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A5E017-4280-4892-AD19-0F3DCA23D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867DCAC-F1DD-4DB7-8ED4-D1C38754A21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33996"/>
            <a:ext cx="12192000" cy="510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776524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343555-5312-4BB2-87E8-5707DD15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42" y="286603"/>
            <a:ext cx="10933738" cy="778717"/>
          </a:xfrm>
        </p:spPr>
        <p:txBody>
          <a:bodyPr>
            <a:noAutofit/>
          </a:bodyPr>
          <a:lstStyle/>
          <a:p>
            <a:r>
              <a:rPr lang="en-US" sz="3600" dirty="0"/>
              <a:t>Select the first project to trigger the execution-&gt;build project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4350B2-D859-4074-8EFA-57B654DC0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FAAFA4A-7430-4229-8BB0-915EA1571B6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69506"/>
            <a:ext cx="12192000" cy="504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672437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A34290-1F80-42E9-8AFB-1BA8BFA13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dirty="0"/>
              <a:t>Apply-&gt;Ok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6F1A94-AD56-4F24-AEAD-50DEB748E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A9E4008-2566-4459-A88E-FD687D57F55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62974"/>
            <a:ext cx="12192000" cy="509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568887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32B2AA-52F3-42BB-8BAD-D4BAE2754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452" y="286604"/>
            <a:ext cx="11727402" cy="805350"/>
          </a:xfrm>
        </p:spPr>
        <p:txBody>
          <a:bodyPr>
            <a:noAutofit/>
          </a:bodyPr>
          <a:lstStyle/>
          <a:p>
            <a:r>
              <a:rPr lang="en-US" sz="3600" dirty="0"/>
              <a:t>Click on Run -&gt; click on the small black box to open the console to check if the build is success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160026-82D7-4DD9-935A-B894741BC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6661D80-E37E-41AF-A283-AFCDF45E67B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05017"/>
            <a:ext cx="12192000" cy="493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338208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32B2AA-52F3-42BB-8BAD-D4BAE2754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3" y="286603"/>
            <a:ext cx="10978127" cy="885249"/>
          </a:xfrm>
        </p:spPr>
        <p:txBody>
          <a:bodyPr>
            <a:noAutofit/>
          </a:bodyPr>
          <a:lstStyle/>
          <a:p>
            <a:r>
              <a:rPr lang="en-US" sz="3600" dirty="0"/>
              <a:t>We can see that the build is success and the test project is also automatically triggered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160026-82D7-4DD9-935A-B894741BC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B72D3A3-1924-4845-A8C5-11F8FE0EB2A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553592"/>
            <a:ext cx="12192000" cy="478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544596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3E064F-3BA2-422F-92C4-9A809699D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214" y="286603"/>
            <a:ext cx="10445466" cy="778717"/>
          </a:xfrm>
        </p:spPr>
        <p:txBody>
          <a:bodyPr>
            <a:noAutofit/>
          </a:bodyPr>
          <a:lstStyle/>
          <a:p>
            <a:r>
              <a:rPr lang="en-US" sz="3200" dirty="0"/>
              <a:t>The pipeline is successful if it is in green color as shown -&gt;check the console of the test project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26A3D9-D8CF-4098-B98C-8371C84DA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D393522-2F8E-4059-B0D8-D307E4B40C2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02672"/>
            <a:ext cx="12192000" cy="492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012853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E466EB-DEDB-43C7-868E-0DE100092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09" y="286603"/>
            <a:ext cx="11896077" cy="849739"/>
          </a:xfrm>
        </p:spPr>
        <p:txBody>
          <a:bodyPr>
            <a:noAutofit/>
          </a:bodyPr>
          <a:lstStyle/>
          <a:p>
            <a:r>
              <a:rPr lang="en-US" sz="3200" dirty="0"/>
              <a:t>The test project is successful and all the artifacts are archived successfully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95515E-1041-4AC5-9CFC-658F92661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B978715-AE66-4BE3-86EC-4A7F62DB4D9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40528"/>
            <a:ext cx="12192000" cy="498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161223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268</TotalTime>
  <Words>798</Words>
  <Application>Microsoft Office PowerPoint</Application>
  <PresentationFormat>Custom</PresentationFormat>
  <Paragraphs>62</Paragraphs>
  <Slides>61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2" baseType="lpstr">
      <vt:lpstr>Retrospect</vt:lpstr>
      <vt:lpstr>JENKINS PIPELINE</vt:lpstr>
      <vt:lpstr>Create a Maven Project - &gt; File - &gt; New -&gt; Maven Project</vt:lpstr>
      <vt:lpstr>Click on Next</vt:lpstr>
      <vt:lpstr>Select the quickstart archetype under org.apache.maven.archetypes and click on Next</vt:lpstr>
      <vt:lpstr>Give Artifact ID of your choice and click Finish, Maven Project is created</vt:lpstr>
      <vt:lpstr>In the created project, Check for App.java file containing Hello World program</vt:lpstr>
      <vt:lpstr>Right click on your project and Run As Maven Clean - It clears out the existing classes that you compiled from last compile</vt:lpstr>
      <vt:lpstr>Check the console for Build Success</vt:lpstr>
      <vt:lpstr>Right click on your project and Run As Maven Install - to add artifact(s) to the local repository</vt:lpstr>
      <vt:lpstr>Check the console for Build Success</vt:lpstr>
      <vt:lpstr>Right click on your project and Run As Maven test - use to specify test classes or methods we want to execute</vt:lpstr>
      <vt:lpstr>Check the console for Build Success</vt:lpstr>
      <vt:lpstr>Right click on your project and Run As Maven build - Compiles source code of the project, Creates JAR or WAR file for the project to convert it into a distributable format.</vt:lpstr>
      <vt:lpstr>Specify the goals as – Clean Install Test -&gt; Click on Apply</vt:lpstr>
      <vt:lpstr>Click on Run</vt:lpstr>
      <vt:lpstr>Check for Build Success in Console</vt:lpstr>
      <vt:lpstr>Now Run the Project as Java Application to test the output</vt:lpstr>
      <vt:lpstr>Select the Created project from the list - &gt; Click Ok</vt:lpstr>
      <vt:lpstr>In the console we can view the output of the project</vt:lpstr>
      <vt:lpstr>Next is to push the project into GitHub, for this, create a new repository in GitHub</vt:lpstr>
      <vt:lpstr>Select Maven in gitignore- to ignore unwanted target files in maven project while committing</vt:lpstr>
      <vt:lpstr>Click on create repository</vt:lpstr>
      <vt:lpstr>Copy the HTTPs URL as shown to be copied into Jenkins</vt:lpstr>
      <vt:lpstr>Open Git Bash to push the project into GitHub</vt:lpstr>
      <vt:lpstr>Clone the GitHub repository into the local system</vt:lpstr>
      <vt:lpstr>After cloning follow the steps as shown</vt:lpstr>
      <vt:lpstr>One way of cloning the local and global projects is to copy the contents from eclipse workspace to the local cloned repository as shown</vt:lpstr>
      <vt:lpstr>The project files are successfully copied into the PresentProject repository </vt:lpstr>
      <vt:lpstr>Using Git bash, add and commit the changes made as shown</vt:lpstr>
      <vt:lpstr>Push the changes to the GitHub as shown</vt:lpstr>
      <vt:lpstr>Refresh the GitHub to see the updated repository</vt:lpstr>
      <vt:lpstr>Repository is successfully updated</vt:lpstr>
      <vt:lpstr>Open Jenkins in local host:8080 and create a new item</vt:lpstr>
      <vt:lpstr>Create a new Freestyle Project and click ok</vt:lpstr>
      <vt:lpstr>The next step is to give the Git repository URL of the project to be built</vt:lpstr>
      <vt:lpstr>After adding the repository URL, Specify the Branch as either Master/Main as it is in the GitHub</vt:lpstr>
      <vt:lpstr>My project is in main branch so I have mentioned main</vt:lpstr>
      <vt:lpstr>Now in Build, Invoke top-level Maven targets</vt:lpstr>
      <vt:lpstr>Select the Maven path which is already set in the global credentials in Manage Jenkins</vt:lpstr>
      <vt:lpstr>Follow the same goals as done in eclipse starting with clean and install</vt:lpstr>
      <vt:lpstr>Now in post build actions-&gt; select Archive the artifacts, to send the output of build project to the testing team</vt:lpstr>
      <vt:lpstr>If we want to archive all the artifacts type **/* as shown</vt:lpstr>
      <vt:lpstr>Now the next step is to build other projects, where we will create a test project which will be triggered by the build project</vt:lpstr>
      <vt:lpstr>Ignore the red warning, as we have not yet created the test project</vt:lpstr>
      <vt:lpstr>Create a new freestyle project test as shown and click ok</vt:lpstr>
      <vt:lpstr>This time we need not mention the git repository so select None</vt:lpstr>
      <vt:lpstr>In Build environment check the box as shown below, this is to discard old builds</vt:lpstr>
      <vt:lpstr>To forward the artifacts of the previous project to the current test project, select copy the artifacts from another project in Build as shown</vt:lpstr>
      <vt:lpstr>Give the name of the project from which we want to copy the artifacts and check the box -&gt;stable build only-&gt;to copy all the artifacts type **/*</vt:lpstr>
      <vt:lpstr>Now select Invoke top-level Maven targets in build</vt:lpstr>
      <vt:lpstr>This time give the goal as test after selecting the Maven version</vt:lpstr>
      <vt:lpstr>In post-build actions-&gt;select Archive the artifacts</vt:lpstr>
      <vt:lpstr>To save all the artifacts-&gt;type **/* and Apply-&gt;Save</vt:lpstr>
      <vt:lpstr>Create a pipeline by clicking on + symbol in the dashboard -&gt;a pipeline is a collection of events or jobs which are interlinked with one another in a sequence</vt:lpstr>
      <vt:lpstr>Give a name to the pipeline-&gt;select Build Pipeline View-&gt;create</vt:lpstr>
      <vt:lpstr>Select the first project to trigger the execution-&gt;build project</vt:lpstr>
      <vt:lpstr>Apply-&gt;Ok</vt:lpstr>
      <vt:lpstr>Click on Run -&gt; click on the small black box to open the console to check if the build is success</vt:lpstr>
      <vt:lpstr>We can see that the build is success and the test project is also automatically triggered</vt:lpstr>
      <vt:lpstr>The pipeline is successful if it is in green color as shown -&gt;check the console of the test project</vt:lpstr>
      <vt:lpstr>The test project is successful and all the artifacts are archived successfully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Madhu</dc:creator>
  <cp:lastModifiedBy>User</cp:lastModifiedBy>
  <cp:revision>5</cp:revision>
  <dcterms:created xsi:type="dcterms:W3CDTF">2022-04-29T10:41:29Z</dcterms:created>
  <dcterms:modified xsi:type="dcterms:W3CDTF">2023-08-22T17:24:00Z</dcterms:modified>
</cp:coreProperties>
</file>