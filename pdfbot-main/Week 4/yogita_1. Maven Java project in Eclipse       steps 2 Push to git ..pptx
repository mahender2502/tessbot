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86" r:id="rId4"/>
    <p:sldId id="257" r:id="rId5"/>
    <p:sldId id="258" r:id="rId6"/>
    <p:sldId id="259" r:id="rId7"/>
    <p:sldId id="260" r:id="rId8"/>
    <p:sldId id="262" r:id="rId9"/>
    <p:sldId id="271" r:id="rId10"/>
    <p:sldId id="263" r:id="rId11"/>
    <p:sldId id="264" r:id="rId12"/>
    <p:sldId id="266" r:id="rId13"/>
    <p:sldId id="265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-78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DHA GUTTEDAR" userId="8e9b0cfb86a17e2a" providerId="LiveId" clId="{DF29D75B-2CE6-48A4-90EA-8CF58FE91B89}"/>
    <pc:docChg chg="undo custSel modSld">
      <pc:chgData name="SHRADHA GUTTEDAR" userId="8e9b0cfb86a17e2a" providerId="LiveId" clId="{DF29D75B-2CE6-48A4-90EA-8CF58FE91B89}" dt="2022-05-07T06:34:06.493" v="21" actId="20577"/>
      <pc:docMkLst>
        <pc:docMk/>
      </pc:docMkLst>
      <pc:sldChg chg="modSp mod">
        <pc:chgData name="SHRADHA GUTTEDAR" userId="8e9b0cfb86a17e2a" providerId="LiveId" clId="{DF29D75B-2CE6-48A4-90EA-8CF58FE91B89}" dt="2022-05-07T06:34:06.493" v="21" actId="20577"/>
        <pc:sldMkLst>
          <pc:docMk/>
          <pc:sldMk cId="1897307065" sldId="286"/>
        </pc:sldMkLst>
        <pc:spChg chg="mod">
          <ac:chgData name="SHRADHA GUTTEDAR" userId="8e9b0cfb86a17e2a" providerId="LiveId" clId="{DF29D75B-2CE6-48A4-90EA-8CF58FE91B89}" dt="2022-05-07T06:34:06.493" v="21" actId="20577"/>
          <ac:spMkLst>
            <pc:docMk/>
            <pc:sldMk cId="1897307065" sldId="286"/>
            <ac:spMk id="3" creationId="{F1D3BD92-2798-4622-A7DE-200C73BF1D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43A8D4-57EA-4EBC-9074-951CD4837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5B0897D-FCBA-412F-8CD2-1A6BAE17F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88C7B50-8322-491B-8820-0C5C6C9C1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F3B1F9F-8BA8-4D34-AFD8-51FC7276E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B1DF0B7-4347-4217-984C-5656F5C1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1429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881947-3272-4411-AF98-293D7817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14E14C-AC77-4113-ACA4-3072182C7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38640E-7571-4F68-818F-1AD969E9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4F38B69-628B-4AD4-A7F1-ADB24C23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AE1CFBF-ACF9-47A5-9CA4-34BAF321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0526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C5158C-96FA-4C82-8312-C36100182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6F4AB11-CE1A-47B2-8275-FEA7CD8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6EEC293-9922-41CA-A58B-81E8936B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294C24E-C35B-4CDF-B91A-623D63A0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67091B3-395E-4F7E-A40C-D40FB9701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1065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1A149D-9CF9-4328-88C7-E1C9144A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4EC819-4863-4958-A048-D5BFBF609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82B2B7F-1ADE-455F-A12A-ACDE7FD18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559079-DB46-4913-AAA9-361144DD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2CA27B8-580A-411C-97A0-483D1F48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7DC97B2-ACCC-46AC-B943-3C9BD655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1646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01047E-CAF5-4C27-9087-06F2DA15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CB9E8AD-2E54-4F72-831B-8CED99B74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767F132-B577-4B76-B4B8-B455D60A6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5BAB98C-A80F-4055-B530-D2AE40F2D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174F0D2-A27D-417A-BD4A-16315B80B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B75FD9C-438D-460B-8FA5-7D0052ECD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5A4925C-A377-4390-B416-EDAB8E70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0619958-FCCE-4256-9BC0-C262001A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0244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215BF6-65F8-456F-B96C-7CC2BADE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A459823-17F4-4266-A30F-6C093707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0507A5B-B5E5-4EB2-968D-DF3ADC4B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53384D0-5460-4446-919A-9D8A9B7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9827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17917C0-8BF4-44FE-80E5-9E459104E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E4E489F-D0CF-4303-A10C-1A42E0D4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E69AD94-21F4-43BD-817D-EF451EED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5811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D1C351-DCAE-42E0-8A71-06E16B87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F9A808-5E5E-4BE7-A964-41AD147AB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88CBCD4-84A7-4A42-85C9-C30812BE2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2FD5419-17EA-40B6-9F69-4B48C05BB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B60AE52-4090-406B-A9C1-989E7648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EA866F7-298B-4AF2-9E85-074D7248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0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77AA4E-2335-4212-B817-A197F36EE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60C583E-CA28-4CE6-BD40-4AB54B675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51EC8EC-0F64-4F3D-8FE6-9223F1D5A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4410ECC-D1D0-48D2-9758-E5F92030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DF8020C-C563-4BC2-91E3-E7AAE205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F022C72-7F6E-4831-B294-9AA202DD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7165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E2AA48-D365-4A87-9F3D-4E091B1D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843C13A-7CD0-4844-8AD1-192E1B661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A9F8BF-0BF5-4E37-9A04-A92104EA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24FEA13-B943-4280-AB25-2BBC822C0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1B41E8-2E67-4D9E-B29C-2CD0E59F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63025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FBC8EA1-1CF7-4D5D-B946-202A0915F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20E68B7-099F-459F-BEE7-B91E93759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095F073-51A1-4C87-BC6D-DDDA66AB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BCBA6CF-BDF6-4C25-833D-BF364772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916C08C-8FC2-43BD-B1EF-6D8FB1CD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0949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8D9ABAF-DCF9-4B46-9EE9-F9590AFF5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CB65978-4DE2-4ACE-BA55-2873E72E4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011769E-F0C5-4A55-9C37-6F89B3834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8BF39-A083-42E1-8870-92D65BC1580C}" type="datetimeFigureOut">
              <a:rPr lang="en-US" smtClean="0"/>
              <a:pPr/>
              <a:t>9/8/2023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DD543D-23F8-4872-A2B8-CC9E1D4BD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5318C9A-326D-4064-B2DD-D0D3C15AB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22C94-1374-414A-AD6C-98EA596924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1292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9FA4C8-248D-4B69-B25C-7E897F6F9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488" y="406400"/>
            <a:ext cx="9144000" cy="579021"/>
          </a:xfrm>
        </p:spPr>
        <p:txBody>
          <a:bodyPr>
            <a:noAutofit/>
          </a:bodyPr>
          <a:lstStyle/>
          <a:p>
            <a:r>
              <a:rPr lang="en-IN" sz="4400" b="1" dirty="0"/>
              <a:t>Maven Java project in Eclipse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51249A7-9441-4A7F-B3AE-B64516E40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4017" y="1095375"/>
            <a:ext cx="10667908" cy="576262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IN" u="sng" dirty="0"/>
              <a:t>Experiment 1: Create a Maven java project in Eclipse</a:t>
            </a:r>
          </a:p>
          <a:p>
            <a:pPr algn="just">
              <a:lnSpc>
                <a:spcPct val="110000"/>
              </a:lnSpc>
            </a:pPr>
            <a:r>
              <a:rPr lang="en-IN" u="sng" dirty="0"/>
              <a:t>Open eclipse and follow the following steps</a:t>
            </a:r>
          </a:p>
          <a:p>
            <a:pPr marL="285750" marR="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 to File, click on NEW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on tab others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pop-down menu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In the select wizard,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 Project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press Next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internet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in Use default Workspace location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path is present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with a clicked check box.         Then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press Next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4: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Filter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type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org.apache.maven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to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org.apache.maven.archetype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maven-archetype-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quickstart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1.4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below list.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it and press Next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5: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any name at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Id, Artifact Id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 be different for all projects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Then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press Finish</a:t>
            </a:r>
            <a:b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Note: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here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Id = 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SEGroup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Artifact Id = 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MavenJavaProject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6: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See in Project Explorer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project with the same Artifact Id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created (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MavenJavaProject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 Content of App.java    with This is the first Maven Java Project in Eclipse given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7: Now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right-click on it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on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As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then click/Press on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 Clean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8: Maven clean used to clear previous output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it should show BUILD SUCCESS, which means correct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9: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Again right-click on 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MavenJavaProject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As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then click/Press on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 </a:t>
            </a:r>
            <a:r>
              <a:rPr lang="en-IN" sz="1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</a:t>
            </a:r>
            <a:r>
              <a:rPr lang="en-IN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l. </a:t>
            </a:r>
            <a:r>
              <a:rPr lang="en-IN" sz="1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US" sz="1700" dirty="0" smtClean="0"/>
              <a:t>add artifact(s) the local repository</a:t>
            </a:r>
            <a:endParaRPr lang="en-IN" sz="1700" b="1" dirty="0"/>
          </a:p>
          <a:p>
            <a:pPr marL="457200" indent="-457200" algn="just">
              <a:buFont typeface="+mj-lt"/>
              <a:buAutoNum type="arabicPeriod"/>
            </a:pPr>
            <a:endParaRPr lang="en-IN" sz="2400" b="1" dirty="0"/>
          </a:p>
          <a:p>
            <a:pPr marL="457200" indent="-457200" algn="just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7830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059256-954C-4BD6-B4C4-DC0D7965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81" y="526473"/>
            <a:ext cx="11042073" cy="610292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Continued….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10: </a:t>
            </a:r>
            <a:r>
              <a:rPr lang="en-IN" sz="2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should show BUILD SUCCESS, which means correct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11: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Again right-click on </a:t>
            </a:r>
            <a:r>
              <a:rPr lang="en-IN" sz="2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MavenJavaProject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As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then click/Press on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 Test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12: Maven Test used </a:t>
            </a:r>
            <a:r>
              <a:rPr lang="en-US" sz="2200" dirty="0" smtClean="0"/>
              <a:t>to specify test classes or methods we want to execute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it should show BUILD SUCCESS, which means correct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13: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Again right-click on </a:t>
            </a:r>
            <a:r>
              <a:rPr lang="en-IN" sz="2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MavenJavaProject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As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then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/Press on 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 </a:t>
            </a:r>
            <a:r>
              <a:rPr lang="en-IN" sz="2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BUILD. </a:t>
            </a:r>
            <a:r>
              <a:rPr lang="en-US" sz="2000" dirty="0" smtClean="0"/>
              <a:t>Compiles source code of the project, Creates JAR or WAR file for the project to convert it into a distributable format.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14: Next it shows the Edit Configuration window as below. </a:t>
            </a:r>
            <a:b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Goals to clean install test or package. Then press on  Apply, and then on Run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15: Maven Java project built successfully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16: select Run AS then on Java Application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17: select App- </a:t>
            </a:r>
            <a:r>
              <a:rPr lang="en-IN" sz="2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SEGroup.MAvenJavaProject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IN" sz="2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on OK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18: The output “This is the first Java Project in Eclipse” is displayed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2296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335D67-D323-43EE-AD71-3635E572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1"/>
            <a:ext cx="10515600" cy="977900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Experiment 2: Push Maven java project to </a:t>
            </a:r>
            <a:r>
              <a:rPr lang="en-IN" sz="3200" b="1" u="sng" dirty="0" err="1"/>
              <a:t>github</a:t>
            </a:r>
            <a:r>
              <a:rPr lang="en-IN" sz="3200" b="1" u="sng" dirty="0"/>
              <a:t> directory</a:t>
            </a:r>
            <a:endParaRPr lang="en-US" sz="32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1D3BD92-2798-4622-A7DE-200C73BF1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0734"/>
            <a:ext cx="10515600" cy="5063066"/>
          </a:xfrm>
        </p:spPr>
        <p:txBody>
          <a:bodyPr>
            <a:normAutofit fontScale="925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19: Go to </a:t>
            </a:r>
            <a:r>
              <a:rPr lang="en-IN" sz="180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Github,</a:t>
            </a:r>
            <a:r>
              <a:rPr lang="en-US" sz="1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create an empty repository to get the Maven Java Project. Give Repository name = 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MavenJavaProject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select Public, tick on Add README, select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gitignore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template </a:t>
            </a:r>
            <a:r>
              <a:rPr lang="en-US" sz="1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 , </a:t>
            </a:r>
            <a:r>
              <a:rPr lang="en-US" sz="1800" dirty="0" smtClean="0"/>
              <a:t>to ignore unwanted  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 smtClean="0"/>
              <a:t>     target files in maven project while committing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20: Press on create repository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21: Go to Eclipse, right-click on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MavenJavaProject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Properties </a:t>
            </a:r>
            <a:r>
              <a:rPr lang="en-IN" sz="1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Resourses</a:t>
            </a:r>
            <a:r>
              <a:rPr lang="en-IN" sz="1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 the path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22: Copy the path of the eclipse workspace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23: Go to Git bash, and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 the directory to eclipse workspace, and then to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MavenJavaProject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Next  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must show pom.xml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24: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 git add to initialize and add  to the local repository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25: git commit in local repository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26: Go to Git Hub and get the remote repository path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27: get a remote repository and push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28: Go to git Hub after pushing from git bash. Now refresh the git hub we see all the files are reflected here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9730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9EFD2-C318-4943-A248-44D557F2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25" y="365125"/>
            <a:ext cx="11159232" cy="558153"/>
          </a:xfrm>
        </p:spPr>
        <p:txBody>
          <a:bodyPr>
            <a:normAutofit fontScale="90000"/>
          </a:bodyPr>
          <a:lstStyle/>
          <a:p>
            <a:r>
              <a:rPr lang="en-IN" sz="3100" dirty="0"/>
              <a:t>Step 1: Go to File, click on NEW and then on tab others in pop down menu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933C4092-DF31-44A6-951E-F53D0163E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73" y="1145219"/>
            <a:ext cx="11230253" cy="54331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0910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9EFD2-C318-4943-A248-44D557F2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25" y="365125"/>
            <a:ext cx="11159232" cy="558153"/>
          </a:xfrm>
        </p:spPr>
        <p:txBody>
          <a:bodyPr>
            <a:normAutofit/>
          </a:bodyPr>
          <a:lstStyle/>
          <a:p>
            <a:r>
              <a:rPr lang="en-IN" sz="3100" dirty="0"/>
              <a:t>Step 2: In the select wizard, select </a:t>
            </a:r>
            <a:r>
              <a:rPr lang="en-IN" sz="3100" b="1" dirty="0"/>
              <a:t>Maven Project </a:t>
            </a:r>
            <a:r>
              <a:rPr lang="en-IN" sz="3100" dirty="0"/>
              <a:t>and </a:t>
            </a:r>
            <a:r>
              <a:rPr lang="en-IN" sz="3100" b="1" dirty="0"/>
              <a:t>press Next</a:t>
            </a: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C93583AA-F4F0-4FFA-BD51-EB97D68C4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25" y="1189916"/>
            <a:ext cx="11061578" cy="5441703"/>
          </a:xfrm>
        </p:spPr>
      </p:pic>
    </p:spTree>
    <p:extLst>
      <p:ext uri="{BB962C8B-B14F-4D97-AF65-F5344CB8AC3E}">
        <p14:creationId xmlns="" xmlns:p14="http://schemas.microsoft.com/office/powerpoint/2010/main" val="331760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9EFD2-C318-4943-A248-44D557F2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25" y="365125"/>
            <a:ext cx="11159232" cy="558153"/>
          </a:xfrm>
        </p:spPr>
        <p:txBody>
          <a:bodyPr>
            <a:normAutofit fontScale="90000"/>
          </a:bodyPr>
          <a:lstStyle/>
          <a:p>
            <a:r>
              <a:rPr lang="en-IN" sz="3100" dirty="0">
                <a:solidFill>
                  <a:srgbClr val="FF0000"/>
                </a:solidFill>
              </a:rPr>
              <a:t>Step 3: </a:t>
            </a:r>
            <a:r>
              <a:rPr lang="en-IN" sz="3100" b="1" dirty="0">
                <a:solidFill>
                  <a:srgbClr val="FF0000"/>
                </a:solidFill>
              </a:rPr>
              <a:t>Note</a:t>
            </a:r>
            <a:r>
              <a:rPr lang="en-IN" sz="3100" dirty="0">
                <a:solidFill>
                  <a:srgbClr val="FF0000"/>
                </a:solidFill>
              </a:rPr>
              <a:t> </a:t>
            </a:r>
            <a:r>
              <a:rPr lang="en-IN" sz="3100" b="1" dirty="0">
                <a:solidFill>
                  <a:srgbClr val="FF0000"/>
                </a:solidFill>
              </a:rPr>
              <a:t>internet</a:t>
            </a:r>
            <a:r>
              <a:rPr lang="en-IN" sz="3100" dirty="0">
                <a:solidFill>
                  <a:srgbClr val="FF0000"/>
                </a:solidFill>
              </a:rPr>
              <a:t> is </a:t>
            </a:r>
            <a:r>
              <a:rPr lang="en-IN" sz="3100" b="1" dirty="0">
                <a:solidFill>
                  <a:srgbClr val="FF0000"/>
                </a:solidFill>
              </a:rPr>
              <a:t>present</a:t>
            </a:r>
            <a:r>
              <a:rPr lang="en-IN" sz="3100" dirty="0">
                <a:solidFill>
                  <a:srgbClr val="FF0000"/>
                </a:solidFill>
              </a:rPr>
              <a:t>, and in Use default Workspace location </a:t>
            </a:r>
            <a:r>
              <a:rPr lang="en-IN" sz="3100" b="1" dirty="0">
                <a:solidFill>
                  <a:srgbClr val="FF0000"/>
                </a:solidFill>
              </a:rPr>
              <a:t>path is present</a:t>
            </a:r>
            <a:r>
              <a:rPr lang="en-IN" sz="3100" dirty="0">
                <a:solidFill>
                  <a:srgbClr val="FF0000"/>
                </a:solidFill>
              </a:rPr>
              <a:t> and with a clicked check box. Then </a:t>
            </a:r>
            <a:r>
              <a:rPr lang="en-IN" sz="3100" b="1" dirty="0">
                <a:solidFill>
                  <a:srgbClr val="FF0000"/>
                </a:solidFill>
              </a:rPr>
              <a:t>press Next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BD697513-4A10-4E22-9036-7A74DE39A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25" y="1251750"/>
            <a:ext cx="10999433" cy="5078027"/>
          </a:xfrm>
        </p:spPr>
      </p:pic>
    </p:spTree>
    <p:extLst>
      <p:ext uri="{BB962C8B-B14F-4D97-AF65-F5344CB8AC3E}">
        <p14:creationId xmlns="" xmlns:p14="http://schemas.microsoft.com/office/powerpoint/2010/main" val="2471536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9EFD2-C318-4943-A248-44D557F2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390" y="365125"/>
            <a:ext cx="11374767" cy="919665"/>
          </a:xfrm>
        </p:spPr>
        <p:txBody>
          <a:bodyPr>
            <a:normAutofit fontScale="90000"/>
          </a:bodyPr>
          <a:lstStyle/>
          <a:p>
            <a:r>
              <a:rPr lang="en-IN" sz="3100" dirty="0">
                <a:solidFill>
                  <a:srgbClr val="FF0000"/>
                </a:solidFill>
              </a:rPr>
              <a:t>Step 4: </a:t>
            </a:r>
            <a:r>
              <a:rPr lang="en-IN" sz="3200" b="1" dirty="0">
                <a:solidFill>
                  <a:srgbClr val="FF0000"/>
                </a:solidFill>
              </a:rPr>
              <a:t>At Filter</a:t>
            </a:r>
            <a:r>
              <a:rPr lang="en-IN" sz="3200" dirty="0">
                <a:solidFill>
                  <a:srgbClr val="FF0000"/>
                </a:solidFill>
              </a:rPr>
              <a:t>: type </a:t>
            </a:r>
            <a:r>
              <a:rPr lang="en-IN" sz="3200" dirty="0" err="1">
                <a:solidFill>
                  <a:srgbClr val="FF0000"/>
                </a:solidFill>
              </a:rPr>
              <a:t>org.apache.maven</a:t>
            </a:r>
            <a:r>
              <a:rPr lang="en-IN" sz="3200" dirty="0">
                <a:solidFill>
                  <a:srgbClr val="FF0000"/>
                </a:solidFill>
              </a:rPr>
              <a:t>, to </a:t>
            </a:r>
            <a:r>
              <a:rPr lang="en-IN" sz="3200" b="1" dirty="0">
                <a:solidFill>
                  <a:srgbClr val="FF0000"/>
                </a:solidFill>
              </a:rPr>
              <a:t>get</a:t>
            </a:r>
            <a:r>
              <a:rPr lang="en-IN" sz="3200" dirty="0">
                <a:solidFill>
                  <a:srgbClr val="FF0000"/>
                </a:solidFill>
              </a:rPr>
              <a:t> </a:t>
            </a:r>
            <a:r>
              <a:rPr lang="en-IN" sz="3200" b="1" dirty="0" err="1">
                <a:solidFill>
                  <a:srgbClr val="FF0000"/>
                </a:solidFill>
              </a:rPr>
              <a:t>org.apache.maven.archetype</a:t>
            </a:r>
            <a:r>
              <a:rPr lang="en-IN" sz="3200" b="1" dirty="0">
                <a:solidFill>
                  <a:srgbClr val="FF0000"/>
                </a:solidFill>
              </a:rPr>
              <a:t> maven-archetype-</a:t>
            </a:r>
            <a:r>
              <a:rPr lang="en-IN" sz="3200" b="1" dirty="0" err="1">
                <a:solidFill>
                  <a:srgbClr val="FF0000"/>
                </a:solidFill>
              </a:rPr>
              <a:t>quickstart</a:t>
            </a:r>
            <a:r>
              <a:rPr lang="en-IN" sz="3200" b="1" dirty="0">
                <a:solidFill>
                  <a:srgbClr val="FF0000"/>
                </a:solidFill>
              </a:rPr>
              <a:t>  1.4 </a:t>
            </a:r>
            <a:r>
              <a:rPr lang="en-IN" sz="3200" dirty="0">
                <a:solidFill>
                  <a:srgbClr val="FF0000"/>
                </a:solidFill>
              </a:rPr>
              <a:t>in below list. </a:t>
            </a:r>
            <a:r>
              <a:rPr lang="en-IN" sz="3200" b="1" dirty="0">
                <a:solidFill>
                  <a:srgbClr val="FF0000"/>
                </a:solidFill>
              </a:rPr>
              <a:t>Select it and press Next</a:t>
            </a:r>
            <a:endParaRPr lang="en-US" sz="3100" b="1" dirty="0">
              <a:solidFill>
                <a:srgbClr val="FF0000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="" xmlns:a16="http://schemas.microsoft.com/office/drawing/2014/main" id="{24F8A3D9-8DD1-46C4-833F-0D9F8EB298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96" y="1508906"/>
            <a:ext cx="11248008" cy="5049499"/>
          </a:xfrm>
        </p:spPr>
      </p:pic>
    </p:spTree>
    <p:extLst>
      <p:ext uri="{BB962C8B-B14F-4D97-AF65-F5344CB8AC3E}">
        <p14:creationId xmlns="" xmlns:p14="http://schemas.microsoft.com/office/powerpoint/2010/main" val="120410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9EFD2-C318-4943-A248-44D557F2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25" y="436245"/>
            <a:ext cx="11159232" cy="1097915"/>
          </a:xfrm>
        </p:spPr>
        <p:txBody>
          <a:bodyPr>
            <a:normAutofit fontScale="90000"/>
          </a:bodyPr>
          <a:lstStyle/>
          <a:p>
            <a:r>
              <a:rPr lang="en-IN" sz="3100" dirty="0">
                <a:solidFill>
                  <a:srgbClr val="FF0000"/>
                </a:solidFill>
              </a:rPr>
              <a:t>Step 5: </a:t>
            </a:r>
            <a:r>
              <a:rPr lang="en-IN" sz="3100" b="1" dirty="0">
                <a:solidFill>
                  <a:srgbClr val="FF0000"/>
                </a:solidFill>
              </a:rPr>
              <a:t>Enter</a:t>
            </a:r>
            <a:r>
              <a:rPr lang="en-IN" sz="3100" dirty="0">
                <a:solidFill>
                  <a:srgbClr val="FF0000"/>
                </a:solidFill>
              </a:rPr>
              <a:t> any name at </a:t>
            </a:r>
            <a:r>
              <a:rPr lang="en-IN" sz="3100" b="1" dirty="0">
                <a:solidFill>
                  <a:srgbClr val="FF0000"/>
                </a:solidFill>
              </a:rPr>
              <a:t>Group Id, Artifact Id </a:t>
            </a:r>
            <a:r>
              <a:rPr lang="en-IN" sz="3100" dirty="0">
                <a:solidFill>
                  <a:srgbClr val="FF0000"/>
                </a:solidFill>
              </a:rPr>
              <a:t>but must be different for all projects. Then </a:t>
            </a:r>
            <a:r>
              <a:rPr lang="en-IN" sz="3100" b="1" dirty="0">
                <a:solidFill>
                  <a:srgbClr val="FF0000"/>
                </a:solidFill>
              </a:rPr>
              <a:t>press Finish</a:t>
            </a:r>
            <a:br>
              <a:rPr lang="en-IN" sz="3100" b="1" dirty="0">
                <a:solidFill>
                  <a:srgbClr val="FF0000"/>
                </a:solidFill>
              </a:rPr>
            </a:br>
            <a:r>
              <a:rPr lang="en-IN" sz="3100" b="1" dirty="0">
                <a:solidFill>
                  <a:srgbClr val="FF0000"/>
                </a:solidFill>
              </a:rPr>
              <a:t>Note: </a:t>
            </a:r>
            <a:r>
              <a:rPr lang="en-IN" sz="3100" dirty="0">
                <a:solidFill>
                  <a:srgbClr val="FF0000"/>
                </a:solidFill>
              </a:rPr>
              <a:t>given here </a:t>
            </a:r>
            <a:r>
              <a:rPr lang="en-IN" sz="3100" b="1" dirty="0">
                <a:solidFill>
                  <a:srgbClr val="FF0000"/>
                </a:solidFill>
              </a:rPr>
              <a:t>Group Id = </a:t>
            </a:r>
            <a:r>
              <a:rPr lang="en-IN" sz="3100" b="1" dirty="0" err="1">
                <a:solidFill>
                  <a:srgbClr val="FF0000"/>
                </a:solidFill>
              </a:rPr>
              <a:t>SEGroup</a:t>
            </a:r>
            <a:r>
              <a:rPr lang="en-IN" sz="3100" b="1" dirty="0">
                <a:solidFill>
                  <a:srgbClr val="FF0000"/>
                </a:solidFill>
              </a:rPr>
              <a:t> and Artifact Id = </a:t>
            </a:r>
            <a:r>
              <a:rPr lang="en-IN" sz="3100" b="1" dirty="0" err="1">
                <a:solidFill>
                  <a:srgbClr val="FF0000"/>
                </a:solidFill>
              </a:rPr>
              <a:t>MavenJavaProject</a:t>
            </a:r>
            <a:r>
              <a:rPr lang="en-IN" sz="3100" b="1" dirty="0"/>
              <a:t/>
            </a:r>
            <a:br>
              <a:rPr lang="en-IN" sz="3100" b="1" dirty="0"/>
            </a:b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F255F62A-9E9A-4980-B44D-331338624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25" y="1534160"/>
            <a:ext cx="11159232" cy="5215552"/>
          </a:xfrm>
        </p:spPr>
      </p:pic>
    </p:spTree>
    <p:extLst>
      <p:ext uri="{BB962C8B-B14F-4D97-AF65-F5344CB8AC3E}">
        <p14:creationId xmlns="" xmlns:p14="http://schemas.microsoft.com/office/powerpoint/2010/main" val="191379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C9AA04-FCC4-464A-B2FA-F9186695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174"/>
          </a:xfrm>
        </p:spPr>
        <p:txBody>
          <a:bodyPr>
            <a:normAutofit fontScale="90000"/>
          </a:bodyPr>
          <a:lstStyle/>
          <a:p>
            <a:r>
              <a:rPr lang="en-IN" sz="2800" dirty="0"/>
              <a:t>St</a:t>
            </a:r>
            <a:r>
              <a:rPr lang="en-IN" sz="2800" dirty="0">
                <a:solidFill>
                  <a:srgbClr val="FF0000"/>
                </a:solidFill>
              </a:rPr>
              <a:t>ep 6: </a:t>
            </a:r>
            <a:r>
              <a:rPr lang="en-IN" sz="2800" b="1" dirty="0">
                <a:solidFill>
                  <a:srgbClr val="FF0000"/>
                </a:solidFill>
              </a:rPr>
              <a:t>See in Project Explorer</a:t>
            </a:r>
            <a:r>
              <a:rPr lang="en-IN" sz="2800" dirty="0">
                <a:solidFill>
                  <a:srgbClr val="FF0000"/>
                </a:solidFill>
              </a:rPr>
              <a:t>, project with the same Artifact Id created (</a:t>
            </a:r>
            <a:r>
              <a:rPr lang="en-IN" sz="2800" dirty="0" err="1">
                <a:solidFill>
                  <a:srgbClr val="FF0000"/>
                </a:solidFill>
              </a:rPr>
              <a:t>eg</a:t>
            </a:r>
            <a:r>
              <a:rPr lang="en-IN" sz="2800" dirty="0">
                <a:solidFill>
                  <a:srgbClr val="FF0000"/>
                </a:solidFill>
              </a:rPr>
              <a:t> </a:t>
            </a:r>
            <a:r>
              <a:rPr lang="en-IN" sz="2800" b="1" dirty="0" err="1">
                <a:solidFill>
                  <a:srgbClr val="FF0000"/>
                </a:solidFill>
              </a:rPr>
              <a:t>MavenJavaProject</a:t>
            </a:r>
            <a:r>
              <a:rPr lang="en-IN" sz="2800" dirty="0">
                <a:solidFill>
                  <a:srgbClr val="FF0000"/>
                </a:solidFill>
              </a:rPr>
              <a:t>.  Content of App.java with This is the first Maven Java Project in Eclipse given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BFD6E5E-C5E6-43EA-A972-9A0F41094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91" y="1409700"/>
            <a:ext cx="11212497" cy="5159776"/>
          </a:xfrm>
        </p:spPr>
      </p:pic>
    </p:spTree>
    <p:extLst>
      <p:ext uri="{BB962C8B-B14F-4D97-AF65-F5344CB8AC3E}">
        <p14:creationId xmlns="" xmlns:p14="http://schemas.microsoft.com/office/powerpoint/2010/main" val="1977805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9EFD2-C318-4943-A248-44D557F2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384" y="527685"/>
            <a:ext cx="11159232" cy="1158875"/>
          </a:xfrm>
        </p:spPr>
        <p:txBody>
          <a:bodyPr>
            <a:normAutofit fontScale="90000"/>
          </a:bodyPr>
          <a:lstStyle/>
          <a:p>
            <a:r>
              <a:rPr lang="en-IN" sz="3100" dirty="0"/>
              <a:t>Step 7: Now </a:t>
            </a:r>
            <a:r>
              <a:rPr lang="en-IN" sz="3100" b="1" dirty="0"/>
              <a:t>right-click on it </a:t>
            </a:r>
            <a:r>
              <a:rPr lang="en-IN" sz="3100" dirty="0"/>
              <a:t>then on </a:t>
            </a:r>
            <a:r>
              <a:rPr lang="en-IN" sz="3100" b="1" dirty="0"/>
              <a:t>Run As</a:t>
            </a:r>
            <a:r>
              <a:rPr lang="en-IN" sz="3100" dirty="0"/>
              <a:t>, </a:t>
            </a:r>
            <a:r>
              <a:rPr lang="en-IN" sz="3100" b="1" dirty="0"/>
              <a:t>and</a:t>
            </a:r>
            <a:r>
              <a:rPr lang="en-IN" sz="3100" dirty="0"/>
              <a:t> then click/Press on </a:t>
            </a:r>
            <a:r>
              <a:rPr lang="en-IN" sz="3100" b="1" dirty="0"/>
              <a:t>Maven Clean</a:t>
            </a:r>
            <a:br>
              <a:rPr lang="en-IN" sz="3100" b="1" dirty="0"/>
            </a:b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0ACED98A-CA01-4F8C-A1BE-DDB9A5434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81" y="1520976"/>
            <a:ext cx="10687425" cy="5127474"/>
          </a:xfrm>
        </p:spPr>
      </p:pic>
    </p:spTree>
    <p:extLst>
      <p:ext uri="{BB962C8B-B14F-4D97-AF65-F5344CB8AC3E}">
        <p14:creationId xmlns="" xmlns:p14="http://schemas.microsoft.com/office/powerpoint/2010/main" val="6175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9EFD2-C318-4943-A248-44D557F2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384" y="355601"/>
            <a:ext cx="11159232" cy="741679"/>
          </a:xfrm>
        </p:spPr>
        <p:txBody>
          <a:bodyPr>
            <a:normAutofit fontScale="90000"/>
          </a:bodyPr>
          <a:lstStyle/>
          <a:p>
            <a:r>
              <a:rPr lang="en-IN" sz="3100" dirty="0"/>
              <a:t>Step 8: Maven clean used to clear previous output</a:t>
            </a:r>
            <a:br>
              <a:rPr lang="en-IN" sz="3100" dirty="0"/>
            </a:br>
            <a:r>
              <a:rPr lang="en-IN" sz="3100" b="1" dirty="0"/>
              <a:t>Now it should show BUILD SUCCESS, which means correct </a:t>
            </a: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0B0C34D5-F29F-464B-BC7E-F777AE282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1495425"/>
            <a:ext cx="11389866" cy="5181600"/>
          </a:xfrm>
        </p:spPr>
      </p:pic>
    </p:spTree>
    <p:extLst>
      <p:ext uri="{BB962C8B-B14F-4D97-AF65-F5344CB8AC3E}">
        <p14:creationId xmlns="" xmlns:p14="http://schemas.microsoft.com/office/powerpoint/2010/main" val="296101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43FFDD-6A33-4272-B540-0FAF7513A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65125"/>
            <a:ext cx="1066292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Step 9: </a:t>
            </a:r>
            <a:r>
              <a:rPr lang="en-IN" sz="2800" b="1" dirty="0"/>
              <a:t>Again right-click on </a:t>
            </a:r>
            <a:r>
              <a:rPr lang="en-IN" sz="2800" b="1" dirty="0" err="1"/>
              <a:t>MavenJavaProject</a:t>
            </a:r>
            <a:r>
              <a:rPr lang="en-IN" sz="2800" b="1" dirty="0"/>
              <a:t> </a:t>
            </a:r>
            <a:r>
              <a:rPr lang="en-IN" sz="2800" dirty="0"/>
              <a:t>then</a:t>
            </a:r>
            <a:r>
              <a:rPr lang="en-IN" sz="2800" b="1" dirty="0"/>
              <a:t> </a:t>
            </a:r>
            <a:r>
              <a:rPr lang="en-IN" sz="2800" dirty="0"/>
              <a:t>on </a:t>
            </a:r>
            <a:r>
              <a:rPr lang="en-IN" sz="2800" b="1" dirty="0"/>
              <a:t>Run As</a:t>
            </a:r>
            <a:r>
              <a:rPr lang="en-IN" sz="2800" dirty="0"/>
              <a:t>, </a:t>
            </a:r>
            <a:r>
              <a:rPr lang="en-IN" sz="2800" b="1" dirty="0"/>
              <a:t>and</a:t>
            </a:r>
            <a:r>
              <a:rPr lang="en-IN" sz="2800" dirty="0"/>
              <a:t> then click/Press on </a:t>
            </a:r>
            <a:r>
              <a:rPr lang="en-IN" sz="2800" b="1" dirty="0"/>
              <a:t>Maven Install</a:t>
            </a:r>
            <a:endParaRPr lang="en-US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88FDD603-58F4-47AB-94A2-7C45DFE30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1825624"/>
            <a:ext cx="11010900" cy="5022851"/>
          </a:xfrm>
        </p:spPr>
      </p:pic>
    </p:spTree>
    <p:extLst>
      <p:ext uri="{BB962C8B-B14F-4D97-AF65-F5344CB8AC3E}">
        <p14:creationId xmlns="" xmlns:p14="http://schemas.microsoft.com/office/powerpoint/2010/main" val="1594285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43FFDD-6A33-4272-B540-0FAF7513A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65125"/>
            <a:ext cx="1066292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Step 10: Maven Install used to add Artifacts</a:t>
            </a:r>
            <a:br>
              <a:rPr lang="en-IN" sz="2800" dirty="0"/>
            </a:br>
            <a:r>
              <a:rPr lang="en-IN" sz="2800" b="1" dirty="0"/>
              <a:t>Now it should show BUILD SUCCESS, which means correct </a:t>
            </a:r>
            <a:endParaRPr lang="en-US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D30C215E-100F-4FEE-9030-D077780A7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1619251"/>
            <a:ext cx="11268075" cy="4991100"/>
          </a:xfrm>
        </p:spPr>
      </p:pic>
    </p:spTree>
    <p:extLst>
      <p:ext uri="{BB962C8B-B14F-4D97-AF65-F5344CB8AC3E}">
        <p14:creationId xmlns="" xmlns:p14="http://schemas.microsoft.com/office/powerpoint/2010/main" val="2523325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43FFDD-6A33-4272-B540-0FAF7513A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65125"/>
            <a:ext cx="1066292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Step 11: </a:t>
            </a:r>
            <a:r>
              <a:rPr lang="en-IN" sz="2800" b="1" dirty="0"/>
              <a:t>Again right-click on </a:t>
            </a:r>
            <a:r>
              <a:rPr lang="en-IN" sz="2800" b="1" dirty="0" err="1"/>
              <a:t>MavenJavaProject</a:t>
            </a:r>
            <a:r>
              <a:rPr lang="en-IN" sz="2800" b="1" dirty="0"/>
              <a:t>, </a:t>
            </a:r>
            <a:r>
              <a:rPr lang="en-IN" sz="2800" dirty="0"/>
              <a:t>then</a:t>
            </a:r>
            <a:r>
              <a:rPr lang="en-IN" sz="2800" b="1" dirty="0"/>
              <a:t> </a:t>
            </a:r>
            <a:r>
              <a:rPr lang="en-IN" sz="2800" dirty="0"/>
              <a:t>on </a:t>
            </a:r>
            <a:r>
              <a:rPr lang="en-IN" sz="2800" b="1" dirty="0"/>
              <a:t>Run As</a:t>
            </a:r>
            <a:r>
              <a:rPr lang="en-IN" sz="2800" dirty="0"/>
              <a:t>, </a:t>
            </a:r>
            <a:r>
              <a:rPr lang="en-IN" sz="2800" b="1" dirty="0"/>
              <a:t>and</a:t>
            </a:r>
            <a:r>
              <a:rPr lang="en-IN" sz="2800" dirty="0"/>
              <a:t> then click/Press on </a:t>
            </a:r>
            <a:r>
              <a:rPr lang="en-IN" sz="2800" b="1" dirty="0"/>
              <a:t>Maven Test</a:t>
            </a:r>
            <a:endParaRPr lang="en-US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45F90ED3-411B-4E4E-A19D-5D05EF881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74" y="1609725"/>
            <a:ext cx="10734675" cy="4991100"/>
          </a:xfrm>
        </p:spPr>
      </p:pic>
    </p:spTree>
    <p:extLst>
      <p:ext uri="{BB962C8B-B14F-4D97-AF65-F5344CB8AC3E}">
        <p14:creationId xmlns="" xmlns:p14="http://schemas.microsoft.com/office/powerpoint/2010/main" val="600418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43FFDD-6A33-4272-B540-0FAF7513A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40" y="253365"/>
            <a:ext cx="1066292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Step 12: Maven Test used to the code</a:t>
            </a:r>
            <a:br>
              <a:rPr lang="en-IN" sz="2800" dirty="0"/>
            </a:br>
            <a:r>
              <a:rPr lang="en-IN" sz="2800" b="1" dirty="0"/>
              <a:t>Now it should show BUILD SUCCESS, which means correct </a:t>
            </a:r>
            <a:endParaRPr lang="en-US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1AEE4C3C-EC23-4A2D-810B-8AB7F1890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579562"/>
            <a:ext cx="10877550" cy="5202237"/>
          </a:xfrm>
        </p:spPr>
      </p:pic>
    </p:spTree>
    <p:extLst>
      <p:ext uri="{BB962C8B-B14F-4D97-AF65-F5344CB8AC3E}">
        <p14:creationId xmlns="" xmlns:p14="http://schemas.microsoft.com/office/powerpoint/2010/main" val="3587575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43FFDD-6A33-4272-B540-0FAF7513A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65125"/>
            <a:ext cx="1066292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Step 13: </a:t>
            </a:r>
            <a:r>
              <a:rPr lang="en-IN" sz="2800" b="1" dirty="0"/>
              <a:t>Again right-click on </a:t>
            </a:r>
            <a:r>
              <a:rPr lang="en-IN" sz="2800" b="1" dirty="0" err="1"/>
              <a:t>MavenJavaProject</a:t>
            </a:r>
            <a:r>
              <a:rPr lang="en-IN" sz="2800" b="1" dirty="0"/>
              <a:t>, </a:t>
            </a:r>
            <a:r>
              <a:rPr lang="en-IN" sz="2800" dirty="0"/>
              <a:t>then</a:t>
            </a:r>
            <a:r>
              <a:rPr lang="en-IN" sz="2800" b="1" dirty="0"/>
              <a:t> </a:t>
            </a:r>
            <a:r>
              <a:rPr lang="en-IN" sz="2800" dirty="0"/>
              <a:t>on </a:t>
            </a:r>
            <a:r>
              <a:rPr lang="en-IN" sz="2800" b="1" dirty="0"/>
              <a:t>Run As</a:t>
            </a:r>
            <a:r>
              <a:rPr lang="en-IN" sz="2800" dirty="0"/>
              <a:t>, </a:t>
            </a:r>
            <a:r>
              <a:rPr lang="en-IN" sz="2800" b="1" dirty="0"/>
              <a:t>and</a:t>
            </a:r>
            <a:r>
              <a:rPr lang="en-IN" sz="2800" dirty="0"/>
              <a:t> then click/Press on </a:t>
            </a:r>
            <a:r>
              <a:rPr lang="en-IN" sz="2800" b="1" dirty="0"/>
              <a:t>Maven BUILD</a:t>
            </a:r>
            <a:endParaRPr lang="en-US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D89E9205-2A70-4748-91A1-BE23B3EEB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79" y="1504950"/>
            <a:ext cx="11072495" cy="5124449"/>
          </a:xfrm>
        </p:spPr>
      </p:pic>
    </p:spTree>
    <p:extLst>
      <p:ext uri="{BB962C8B-B14F-4D97-AF65-F5344CB8AC3E}">
        <p14:creationId xmlns="" xmlns:p14="http://schemas.microsoft.com/office/powerpoint/2010/main" val="4097897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43FFDD-6A33-4272-B540-0FAF7513A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40" y="253365"/>
            <a:ext cx="1066292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Step 14: Next it shows the Edit Configuration window as below. </a:t>
            </a:r>
            <a:br>
              <a:rPr lang="en-IN" sz="2800" dirty="0"/>
            </a:br>
            <a:r>
              <a:rPr lang="en-IN" sz="2800" b="1" dirty="0"/>
              <a:t>Set Goals to clean install test or package. Then press on  Apply, and then on Run</a:t>
            </a:r>
            <a:endParaRPr lang="en-US" sz="28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F01B8B6A-8A18-4933-ACB2-BCAC80CE5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47800"/>
            <a:ext cx="10662920" cy="5295900"/>
          </a:xfrm>
        </p:spPr>
      </p:pic>
    </p:spTree>
    <p:extLst>
      <p:ext uri="{BB962C8B-B14F-4D97-AF65-F5344CB8AC3E}">
        <p14:creationId xmlns="" xmlns:p14="http://schemas.microsoft.com/office/powerpoint/2010/main" val="3281193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D27E6A-6BB9-4E43-9DA8-BE192239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>
            <a:normAutofit/>
          </a:bodyPr>
          <a:lstStyle/>
          <a:p>
            <a:r>
              <a:rPr lang="en-IN" sz="2800" dirty="0"/>
              <a:t>Step 15: Maven Java project built successfully</a:t>
            </a: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C54C1C34-2220-42B1-959B-85BC8A504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81126"/>
            <a:ext cx="11125200" cy="5343524"/>
          </a:xfrm>
        </p:spPr>
      </p:pic>
    </p:spTree>
    <p:extLst>
      <p:ext uri="{BB962C8B-B14F-4D97-AF65-F5344CB8AC3E}">
        <p14:creationId xmlns="" xmlns:p14="http://schemas.microsoft.com/office/powerpoint/2010/main" val="4041913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3F62B2-5E4D-4C24-A141-FD0FAD5B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Step 16: select Run AS then on Java Application </a:t>
            </a: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07C02619-E9F0-4460-AD29-D69093521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87" y="1507990"/>
            <a:ext cx="10982425" cy="5133441"/>
          </a:xfrm>
        </p:spPr>
      </p:pic>
    </p:spTree>
    <p:extLst>
      <p:ext uri="{BB962C8B-B14F-4D97-AF65-F5344CB8AC3E}">
        <p14:creationId xmlns="" xmlns:p14="http://schemas.microsoft.com/office/powerpoint/2010/main" val="1765371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3F62B2-5E4D-4C24-A141-FD0FAD5B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Step 17: select App- </a:t>
            </a:r>
            <a:r>
              <a:rPr lang="en-IN" sz="2800" dirty="0" err="1"/>
              <a:t>SEGroup.MAvenJavaProject</a:t>
            </a:r>
            <a:r>
              <a:rPr lang="en-IN" sz="2800" dirty="0"/>
              <a:t> on click on OK</a:t>
            </a:r>
            <a:endParaRPr lang="en-US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0835A410-0215-4D74-8A60-AE6A1DFFC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13" y="1825624"/>
            <a:ext cx="11348185" cy="4815807"/>
          </a:xfrm>
        </p:spPr>
      </p:pic>
    </p:spTree>
    <p:extLst>
      <p:ext uri="{BB962C8B-B14F-4D97-AF65-F5344CB8AC3E}">
        <p14:creationId xmlns="" xmlns:p14="http://schemas.microsoft.com/office/powerpoint/2010/main" val="2438937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A619D9-2602-4558-A580-C1B7DB5A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Step 18: The output “This is the first Java Project in Eclipse” is displayed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A9E18A51-5493-4C5C-9F91-E8A5C2521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63" y="1825624"/>
            <a:ext cx="10891787" cy="4883183"/>
          </a:xfrm>
        </p:spPr>
      </p:pic>
    </p:spTree>
    <p:extLst>
      <p:ext uri="{BB962C8B-B14F-4D97-AF65-F5344CB8AC3E}">
        <p14:creationId xmlns="" xmlns:p14="http://schemas.microsoft.com/office/powerpoint/2010/main" val="143728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CBC165-D49A-4C1B-AEE0-AB979D63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Step 19: Go to </a:t>
            </a:r>
            <a:r>
              <a:rPr lang="en-IN" sz="2800" dirty="0" err="1" smtClean="0">
                <a:solidFill>
                  <a:srgbClr val="FF0000"/>
                </a:solidFill>
              </a:rPr>
              <a:t>Github</a:t>
            </a:r>
            <a:r>
              <a:rPr lang="en-IN" sz="2800" dirty="0" smtClean="0">
                <a:solidFill>
                  <a:srgbClr val="FF0000"/>
                </a:solidFill>
              </a:rPr>
              <a:t>,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and create an empty repository to get the Maven Java Project. Give Repository name = </a:t>
            </a:r>
            <a:r>
              <a:rPr lang="en-US" sz="2800" dirty="0" err="1">
                <a:solidFill>
                  <a:srgbClr val="FF0000"/>
                </a:solidFill>
              </a:rPr>
              <a:t>MavenJavaProject</a:t>
            </a:r>
            <a:r>
              <a:rPr lang="en-US" sz="2800" dirty="0">
                <a:solidFill>
                  <a:srgbClr val="FF0000"/>
                </a:solidFill>
              </a:rPr>
              <a:t>, select Public, tick on Add README , select </a:t>
            </a:r>
            <a:r>
              <a:rPr lang="en-US" sz="2800" dirty="0" err="1">
                <a:solidFill>
                  <a:srgbClr val="FF0000"/>
                </a:solidFill>
              </a:rPr>
              <a:t>gitignore</a:t>
            </a:r>
            <a:r>
              <a:rPr lang="en-US" sz="2800" dirty="0">
                <a:solidFill>
                  <a:srgbClr val="FF0000"/>
                </a:solidFill>
              </a:rPr>
              <a:t> template </a:t>
            </a:r>
            <a:r>
              <a:rPr lang="en-US" sz="2800" dirty="0" smtClean="0">
                <a:solidFill>
                  <a:srgbClr val="FF0000"/>
                </a:solidFill>
              </a:rPr>
              <a:t>maven to ignore unwanted target files in maven project while committing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2A04D746-5700-47F2-BE6E-F3E52E476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10839450" cy="4667250"/>
          </a:xfrm>
        </p:spPr>
      </p:pic>
    </p:spTree>
    <p:extLst>
      <p:ext uri="{BB962C8B-B14F-4D97-AF65-F5344CB8AC3E}">
        <p14:creationId xmlns="" xmlns:p14="http://schemas.microsoft.com/office/powerpoint/2010/main" val="1761351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2BE539-83FB-4D47-95DD-B4B0B680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Step 20: Press on create repository </a:t>
            </a: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AE6A7309-86A3-4E81-8F80-4405EC3CD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825625"/>
            <a:ext cx="10429875" cy="4351338"/>
          </a:xfrm>
        </p:spPr>
      </p:pic>
    </p:spTree>
    <p:extLst>
      <p:ext uri="{BB962C8B-B14F-4D97-AF65-F5344CB8AC3E}">
        <p14:creationId xmlns="" xmlns:p14="http://schemas.microsoft.com/office/powerpoint/2010/main" val="1444461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56D8FC-351B-4E8F-88A7-E04581EA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Step 21: Go to Eclipse, right-click on </a:t>
            </a:r>
            <a:r>
              <a:rPr lang="en-IN" sz="2800" dirty="0" err="1"/>
              <a:t>MavenJavaProject</a:t>
            </a:r>
            <a:r>
              <a:rPr lang="en-IN" sz="2800" dirty="0"/>
              <a:t>, Properties </a:t>
            </a:r>
            <a:r>
              <a:rPr lang="en-IN" sz="2800" dirty="0" smtClean="0"/>
              <a:t> </a:t>
            </a:r>
            <a:r>
              <a:rPr lang="en-IN" sz="2800" smtClean="0"/>
              <a:t>, Resources to </a:t>
            </a:r>
            <a:r>
              <a:rPr lang="en-IN" sz="2800" dirty="0"/>
              <a:t>get path  </a:t>
            </a: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E2DDDBCE-E75F-4F7C-864F-D95C6580D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93" y="1797049"/>
            <a:ext cx="10697281" cy="4784725"/>
          </a:xfrm>
        </p:spPr>
      </p:pic>
    </p:spTree>
    <p:extLst>
      <p:ext uri="{BB962C8B-B14F-4D97-AF65-F5344CB8AC3E}">
        <p14:creationId xmlns="" xmlns:p14="http://schemas.microsoft.com/office/powerpoint/2010/main" val="2647753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56D8FC-351B-4E8F-88A7-E04581EA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0750"/>
          </a:xfrm>
        </p:spPr>
        <p:txBody>
          <a:bodyPr>
            <a:normAutofit/>
          </a:bodyPr>
          <a:lstStyle/>
          <a:p>
            <a:r>
              <a:rPr lang="en-IN" sz="2800" dirty="0"/>
              <a:t>Step 22: copy the path of eclipse workspace</a:t>
            </a:r>
            <a:endParaRPr lang="en-US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79067F25-0366-4CFC-8F5B-145A7F054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4" y="1466850"/>
            <a:ext cx="11363325" cy="5026025"/>
          </a:xfrm>
        </p:spPr>
      </p:pic>
    </p:spTree>
    <p:extLst>
      <p:ext uri="{BB962C8B-B14F-4D97-AF65-F5344CB8AC3E}">
        <p14:creationId xmlns="" xmlns:p14="http://schemas.microsoft.com/office/powerpoint/2010/main" val="1147748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56D8FC-351B-4E8F-88A7-E04581EA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11334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800" dirty="0"/>
              <a:t>Step 23: Go to Git bash, and </a:t>
            </a:r>
            <a:r>
              <a:rPr lang="en-US" sz="2800" dirty="0"/>
              <a:t>Change the directory to eclipse workspace, and then to </a:t>
            </a:r>
            <a:r>
              <a:rPr lang="en-US" sz="2800" dirty="0" err="1"/>
              <a:t>MavenJavaProject</a:t>
            </a:r>
            <a:r>
              <a:rPr lang="en-US" sz="2800" dirty="0"/>
              <a:t>. Next </a:t>
            </a:r>
            <a:r>
              <a:rPr lang="en-US" sz="2800" dirty="0" err="1"/>
              <a:t>lt</a:t>
            </a:r>
            <a:r>
              <a:rPr lang="en-US" sz="2800" dirty="0"/>
              <a:t> must show pom.xml 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="" xmlns:a16="http://schemas.microsoft.com/office/drawing/2014/main" id="{9C4A885D-15F4-4DFF-A89F-EDDA9197E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49" y="1209675"/>
            <a:ext cx="11915775" cy="5376863"/>
          </a:xfrm>
        </p:spPr>
      </p:pic>
    </p:spTree>
    <p:extLst>
      <p:ext uri="{BB962C8B-B14F-4D97-AF65-F5344CB8AC3E}">
        <p14:creationId xmlns="" xmlns:p14="http://schemas.microsoft.com/office/powerpoint/2010/main" val="3381818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8D7D48-0FE7-416B-B702-CE65F694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en-IN" sz="2800" dirty="0"/>
              <a:t>Step 24:  </a:t>
            </a:r>
            <a:r>
              <a:rPr lang="en-US" sz="2800" dirty="0"/>
              <a:t>git </a:t>
            </a:r>
            <a:r>
              <a:rPr lang="en-US" sz="2800" dirty="0" err="1"/>
              <a:t>init</a:t>
            </a:r>
            <a:r>
              <a:rPr lang="en-US" sz="2800" dirty="0"/>
              <a:t> and  git add to initialize and add  to local repository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93E9C581-B0F5-4DAB-A69A-1DF4F9DD7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" y="1419225"/>
            <a:ext cx="11421181" cy="5291138"/>
          </a:xfrm>
        </p:spPr>
      </p:pic>
    </p:spTree>
    <p:extLst>
      <p:ext uri="{BB962C8B-B14F-4D97-AF65-F5344CB8AC3E}">
        <p14:creationId xmlns="" xmlns:p14="http://schemas.microsoft.com/office/powerpoint/2010/main" val="1328578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8D7D48-0FE7-416B-B702-CE65F694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en-IN" sz="2800" dirty="0"/>
              <a:t>Step 25: git commit in local repository</a:t>
            </a:r>
            <a:endParaRPr lang="en-US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6C14E433-D222-4935-A3DC-23A76C435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2724"/>
            <a:ext cx="10991850" cy="5108575"/>
          </a:xfrm>
        </p:spPr>
      </p:pic>
    </p:spTree>
    <p:extLst>
      <p:ext uri="{BB962C8B-B14F-4D97-AF65-F5344CB8AC3E}">
        <p14:creationId xmlns="" xmlns:p14="http://schemas.microsoft.com/office/powerpoint/2010/main" val="793802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8D7D48-0FE7-416B-B702-CE65F694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en-IN" sz="2800" dirty="0"/>
              <a:t>Step 26: Go to Git Hub and get remote repository path</a:t>
            </a:r>
            <a:endParaRPr lang="en-US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413D95DF-7AA4-4081-8BAC-36A2DBC29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1825625"/>
            <a:ext cx="10410825" cy="4351338"/>
          </a:xfrm>
        </p:spPr>
      </p:pic>
    </p:spTree>
    <p:extLst>
      <p:ext uri="{BB962C8B-B14F-4D97-AF65-F5344CB8AC3E}">
        <p14:creationId xmlns="" xmlns:p14="http://schemas.microsoft.com/office/powerpoint/2010/main" val="62484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8D7D48-0FE7-416B-B702-CE65F694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Step 27: get remote repository and push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CD94A285-435D-44CC-BDA9-9262B881C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285875"/>
            <a:ext cx="11258550" cy="4891088"/>
          </a:xfrm>
        </p:spPr>
      </p:pic>
    </p:spTree>
    <p:extLst>
      <p:ext uri="{BB962C8B-B14F-4D97-AF65-F5344CB8AC3E}">
        <p14:creationId xmlns="" xmlns:p14="http://schemas.microsoft.com/office/powerpoint/2010/main" val="2881078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F3295F-1618-459D-B84F-DE53A1F1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Step 28: Go to git Hub after pushing from git bash. Now refresh the git hub we see all the files are reflected here.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ECFB9EF9-542A-47A1-9854-A603E4772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4" y="1690688"/>
            <a:ext cx="11143193" cy="4955645"/>
          </a:xfrm>
        </p:spPr>
      </p:pic>
    </p:spTree>
    <p:extLst>
      <p:ext uri="{BB962C8B-B14F-4D97-AF65-F5344CB8AC3E}">
        <p14:creationId xmlns="" xmlns:p14="http://schemas.microsoft.com/office/powerpoint/2010/main" val="98416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848</Words>
  <Application>Microsoft Office PowerPoint</Application>
  <PresentationFormat>Custom</PresentationFormat>
  <Paragraphs>64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Maven Java project in Eclipse</vt:lpstr>
      <vt:lpstr>Slide 2</vt:lpstr>
      <vt:lpstr>Experiment 2: Push Maven java project to github directory</vt:lpstr>
      <vt:lpstr>Step 1: Go to File, click on NEW and then on tab others in pop down menu</vt:lpstr>
      <vt:lpstr>Step 2: In the select wizard, select Maven Project and press Next</vt:lpstr>
      <vt:lpstr>Step 3: Note internet is present, and in Use default Workspace location path is present and with a clicked check box. Then press Next</vt:lpstr>
      <vt:lpstr>Step 4: At Filter: type org.apache.maven, to get org.apache.maven.archetype maven-archetype-quickstart  1.4 in below list. Select it and press Next</vt:lpstr>
      <vt:lpstr>Step 5: Enter any name at Group Id, Artifact Id but must be different for all projects. Then press Finish Note: given here Group Id = SEGroup and Artifact Id = MavenJavaProject </vt:lpstr>
      <vt:lpstr>Step 6: See in Project Explorer, project with the same Artifact Id created (eg MavenJavaProject.  Content of App.java with This is the first Maven Java Project in Eclipse given</vt:lpstr>
      <vt:lpstr>Step 7: Now right-click on it then on Run As, and then click/Press on Maven Clean </vt:lpstr>
      <vt:lpstr>Step 8: Maven clean used to clear previous output Now it should show BUILD SUCCESS, which means correct </vt:lpstr>
      <vt:lpstr>Step 9: Again right-click on MavenJavaProject then on Run As, and then click/Press on Maven Install</vt:lpstr>
      <vt:lpstr>Step 10: Maven Install used to add Artifacts Now it should show BUILD SUCCESS, which means correct </vt:lpstr>
      <vt:lpstr>Step 11: Again right-click on MavenJavaProject, then on Run As, and then click/Press on Maven Test</vt:lpstr>
      <vt:lpstr>Step 12: Maven Test used to the code Now it should show BUILD SUCCESS, which means correct </vt:lpstr>
      <vt:lpstr>Step 13: Again right-click on MavenJavaProject, then on Run As, and then click/Press on Maven BUILD</vt:lpstr>
      <vt:lpstr>Step 14: Next it shows the Edit Configuration window as below.  Set Goals to clean install test or package. Then press on  Apply, and then on Run</vt:lpstr>
      <vt:lpstr>Step 15: Maven Java project built successfully</vt:lpstr>
      <vt:lpstr>Step 16: select Run AS then on Java Application </vt:lpstr>
      <vt:lpstr>Step 17: select App- SEGroup.MAvenJavaProject on click on OK</vt:lpstr>
      <vt:lpstr>Step 18: The output “This is the first Java Project in Eclipse” is displayed</vt:lpstr>
      <vt:lpstr>Step 19: Go to Github, and create an empty repository to get the Maven Java Project. Give Repository name = MavenJavaProject, select Public, tick on Add README , select gitignore template maven to ignore unwanted target files in maven project while committing</vt:lpstr>
      <vt:lpstr>Step 20: Press on create repository </vt:lpstr>
      <vt:lpstr>Step 21: Go to Eclipse, right-click on MavenJavaProject, Properties  , Resources to get path  </vt:lpstr>
      <vt:lpstr>Step 22: copy the path of eclipse workspace</vt:lpstr>
      <vt:lpstr>Step 23: Go to Git bash, and Change the directory to eclipse workspace, and then to MavenJavaProject. Next lt must show pom.xml </vt:lpstr>
      <vt:lpstr>Step 24:  git init and  git add to initialize and add  to local repository</vt:lpstr>
      <vt:lpstr>Step 25: git commit in local repository</vt:lpstr>
      <vt:lpstr>Step 26: Go to Git Hub and get remote repository path</vt:lpstr>
      <vt:lpstr>Step 27: get remote repository and push</vt:lpstr>
      <vt:lpstr>Step 28: Go to git Hub after pushing from git bash. Now refresh the git hub we see all the files are reflected here.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Maven Java project in Eclipse</dc:title>
  <dc:creator>SHRADHA GUTTEDAR</dc:creator>
  <cp:lastModifiedBy>User</cp:lastModifiedBy>
  <cp:revision>70</cp:revision>
  <dcterms:created xsi:type="dcterms:W3CDTF">2022-05-03T12:12:45Z</dcterms:created>
  <dcterms:modified xsi:type="dcterms:W3CDTF">2023-09-08T09:19:13Z</dcterms:modified>
</cp:coreProperties>
</file>