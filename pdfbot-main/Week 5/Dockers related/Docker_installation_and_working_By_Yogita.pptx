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ink/ink58.xml" ContentType="application/inkml+xml"/>
  <Override PartName="/ppt/slides/slide36.xml" ContentType="application/vnd.openxmlformats-officedocument.presentationml.slide+xml"/>
  <Override PartName="/ppt/slides/slide83.xml" ContentType="application/vnd.openxmlformats-officedocument.presentationml.slide+xml"/>
  <Override PartName="/ppt/ink/ink47.xml" ContentType="application/inkml+xml"/>
  <Override PartName="/ppt/ink/ink94.xml" ContentType="application/inkml+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ink/ink25.xml" ContentType="application/inkml+xml"/>
  <Override PartName="/ppt/ink/ink36.xml" ContentType="application/inkml+xml"/>
  <Override PartName="/ppt/ink/ink72.xml" ContentType="application/inkml+xml"/>
  <Override PartName="/ppt/ink/ink83.xml" ContentType="application/inkml+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ink/ink14.xml" ContentType="application/inkml+xml"/>
  <Override PartName="/ppt/ink/ink61.xml" ContentType="application/inkml+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ink/ink2.xml" ContentType="application/inkml+xml"/>
  <Override PartName="/ppt/ink/ink21.xml" ContentType="application/inkml+xml"/>
  <Override PartName="/ppt/ink/ink50.xml" ContentType="application/inkml+xml"/>
  <Override PartName="/ppt/ink/ink10.xml" ContentType="application/inkml+xml"/>
  <Override PartName="/ppt/slides/slide99.xml" ContentType="application/vnd.openxmlformats-officedocument.presentationml.slide+xml"/>
  <Override PartName="/ppt/changesInfos/changesInfo1.xml" ContentType="application/vnd.ms-powerpoint.changesinfo+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ink/ink88.xml" ContentType="application/inkml+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ink/ink48.xml" ContentType="application/inkml+xml"/>
  <Override PartName="/ppt/ink/ink59.xml" ContentType="application/inkml+xml"/>
  <Override PartName="/ppt/ink/ink77.xml" ContentType="application/inkml+xml"/>
  <Override PartName="/ppt/ink/ink95.xml" ContentType="application/inkml+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ink/ink37.xml" ContentType="application/inkml+xml"/>
  <Override PartName="/ppt/ink/ink66.xml" ContentType="application/inkml+xml"/>
  <Override PartName="/ppt/ink/ink84.xml" ContentType="application/inkml+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ink/ink7.xml" ContentType="application/inkml+xml"/>
  <Override PartName="/ppt/ink/ink26.xml" ContentType="application/inkml+xml"/>
  <Override PartName="/ppt/ink/ink44.xml" ContentType="application/inkml+xml"/>
  <Override PartName="/ppt/ink/ink55.xml" ContentType="application/inkml+xml"/>
  <Override PartName="/ppt/ink/ink73.xml" ContentType="application/inkml+xml"/>
  <Override PartName="/ppt/ink/ink91.xml" ContentType="application/inkml+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ink/ink3.xml" ContentType="application/inkml+xml"/>
  <Override PartName="/ppt/ink/ink15.xml" ContentType="application/inkml+xml"/>
  <Override PartName="/ppt/ink/ink33.xml" ContentType="application/inkml+xml"/>
  <Override PartName="/ppt/ink/ink62.xml" ContentType="application/inkml+xml"/>
  <Override PartName="/ppt/ink/ink80.xml" ContentType="application/inkml+xml"/>
  <Override PartName="/ppt/slides/slide11.xml" ContentType="application/vnd.openxmlformats-officedocument.presentationml.slide+xml"/>
  <Override PartName="/ppt/slides/slide40.xml" ContentType="application/vnd.openxmlformats-officedocument.presentationml.slide+xml"/>
  <Override PartName="/ppt/ink/ink40.xml" ContentType="application/inkml+xml"/>
  <Override PartName="/ppt/ink/ink51.xml" ContentType="application/inkml+xml"/>
  <Override PartName="/ppt/slideLayouts/slideLayout10.xml" ContentType="application/vnd.openxmlformats-officedocument.presentationml.slideLayout+xml"/>
  <Override PartName="/ppt/ink/ink11.xml" ContentType="application/inkml+xml"/>
  <Override PartName="/ppt/slides/slide89.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docProps/core.xml" ContentType="application/vnd.openxmlformats-package.core-properties+xml"/>
  <Override PartName="/ppt/ink/ink89.xml" ContentType="application/inkml+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ink/ink49.xml" ContentType="application/inkml+xml"/>
  <Override PartName="/ppt/ink/ink67.xml" ContentType="application/inkml+xml"/>
  <Override PartName="/ppt/ink/ink78.xml" ContentType="application/inkml+xml"/>
  <Override PartName="/ppt/ink/ink96.xml" ContentType="application/inkml+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ink/ink8.xml" ContentType="application/inkml+xml"/>
  <Override PartName="/ppt/ink/ink38.xml" ContentType="application/inkml+xml"/>
  <Override PartName="/ppt/ink/ink56.xml" ContentType="application/inkml+xml"/>
  <Override PartName="/ppt/ink/ink74.xml" ContentType="application/inkml+xml"/>
  <Override PartName="/ppt/ink/ink85.xml" ContentType="application/inkml+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ink/ink16.xml" ContentType="application/inkml+xml"/>
  <Override PartName="/ppt/ink/ink45.xml" ContentType="application/inkml+xml"/>
  <Override PartName="/ppt/ink/ink63.xml" ContentType="application/inkml+xml"/>
  <Override PartName="/ppt/ink/ink92.xml" ContentType="application/inkml+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ink/ink4.xml" ContentType="application/inkml+xml"/>
  <Override PartName="/ppt/ink/ink34.xml" ContentType="application/inkml+xml"/>
  <Override PartName="/ppt/ink/ink52.xml" ContentType="application/inkml+xml"/>
  <Override PartName="/ppt/ink/ink70.xml" ContentType="application/inkml+xml"/>
  <Override PartName="/ppt/ink/ink81.xml" ContentType="application/inkml+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ink/ink12.xml" ContentType="application/inkml+xml"/>
  <Override PartName="/ppt/ink/ink41.xml" ContentType="application/inkml+xml"/>
  <Override PartName="/ppt/slides/slide7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ink/ink79.xml" ContentType="application/inkml+xml"/>
  <Override PartName="/ppt/ink/ink97.xml" ContentType="application/inkml+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ink/ink39.xml" ContentType="application/inkml+xml"/>
  <Override PartName="/ppt/ink/ink68.xml" ContentType="application/inkml+xml"/>
  <Override PartName="/ppt/ink/ink86.xml" ContentType="application/inkml+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Layouts/slideLayout5.xml" ContentType="application/vnd.openxmlformats-officedocument.presentationml.slideLayout+xml"/>
  <Override PartName="/ppt/ink/ink9.xml" ContentType="application/inkml+xml"/>
  <Override PartName="/ppt/ink/ink46.xml" ContentType="application/inkml+xml"/>
  <Override PartName="/ppt/ink/ink57.xml" ContentType="application/inkml+xml"/>
  <Override PartName="/ppt/ink/ink93.xml" ContentType="application/inkml+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ink/ink17.xml" ContentType="application/inkml+xml"/>
  <Override PartName="/ppt/ink/ink35.xml" ContentType="application/inkml+xml"/>
  <Override PartName="/ppt/ink/ink64.xml" ContentType="application/inkml+xml"/>
  <Override PartName="/ppt/ink/ink82.xml" ContentType="application/inkml+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ink/ink5.xml" ContentType="application/inkml+xml"/>
  <Override PartName="/ppt/ink/ink24.xml" ContentType="application/inkml+xml"/>
  <Override PartName="/ppt/ink/ink42.xml" ContentType="application/inkml+xml"/>
  <Override PartName="/ppt/ink/ink53.xml" ContentType="application/inkml+xml"/>
  <Override PartName="/ppt/ink/ink71.xml" ContentType="application/inkml+xml"/>
  <Override PartName="/ppt/slides/slide20.xml" ContentType="application/vnd.openxmlformats-officedocument.presentationml.slide+xml"/>
  <Override PartName="/ppt/ink/ink13.xml" ContentType="application/inkml+xml"/>
  <Override PartName="/ppt/ink/ink60.xml" ContentType="application/inkml+xml"/>
  <Override PartName="/ppt/ink/ink20.xml" ContentType="application/inkml+xml"/>
  <Override PartName="/ppt/slides/slide98.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ink/ink69.xml" ContentType="application/inkml+xml"/>
  <Override PartName="/ppt/ink/ink98.xml" ContentType="application/inkml+xml"/>
  <Override PartName="/ppt/slides/slide29.xml" ContentType="application/vnd.openxmlformats-officedocument.presentationml.slide+xml"/>
  <Override PartName="/ppt/slides/slide76.xml" ContentType="application/vnd.openxmlformats-officedocument.presentationml.slide+xml"/>
  <Override PartName="/ppt/ink/ink87.xml" ContentType="application/inkml+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ink/ink18.xml" ContentType="application/inkml+xml"/>
  <Override PartName="/ppt/ink/ink65.xml" ContentType="application/inkml+xml"/>
  <Override PartName="/ppt/ink/ink76.xml" ContentType="application/inkml+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ink/ink6.xml" ContentType="application/inkml+xml"/>
  <Override PartName="/ppt/ink/ink54.xml" ContentType="application/inkml+xml"/>
  <Override PartName="/ppt/slides/slide32.xml" ContentType="application/vnd.openxmlformats-officedocument.presentationml.slide+xml"/>
  <Override PartName="/ppt/ink/ink43.xml" ContentType="application/inkml+xml"/>
  <Override PartName="/ppt/ink/ink90.xml" ContentType="application/inkml+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20" r:id="rId1"/>
  </p:sldMasterIdLst>
  <p:notesMasterIdLst>
    <p:notesMasterId r:id="rId101"/>
  </p:notesMasterIdLst>
  <p:sldIdLst>
    <p:sldId id="363" r:id="rId2"/>
    <p:sldId id="378" r:id="rId3"/>
    <p:sldId id="364" r:id="rId4"/>
    <p:sldId id="365" r:id="rId5"/>
    <p:sldId id="280" r:id="rId6"/>
    <p:sldId id="366" r:id="rId7"/>
    <p:sldId id="367" r:id="rId8"/>
    <p:sldId id="368" r:id="rId9"/>
    <p:sldId id="369" r:id="rId10"/>
    <p:sldId id="370" r:id="rId11"/>
    <p:sldId id="371" r:id="rId12"/>
    <p:sldId id="372" r:id="rId13"/>
    <p:sldId id="256" r:id="rId14"/>
    <p:sldId id="358" r:id="rId15"/>
    <p:sldId id="258" r:id="rId16"/>
    <p:sldId id="272" r:id="rId17"/>
    <p:sldId id="259" r:id="rId18"/>
    <p:sldId id="359" r:id="rId19"/>
    <p:sldId id="360" r:id="rId20"/>
    <p:sldId id="260" r:id="rId21"/>
    <p:sldId id="361" r:id="rId22"/>
    <p:sldId id="262" r:id="rId23"/>
    <p:sldId id="273" r:id="rId24"/>
    <p:sldId id="274" r:id="rId25"/>
    <p:sldId id="263" r:id="rId26"/>
    <p:sldId id="264" r:id="rId27"/>
    <p:sldId id="265" r:id="rId28"/>
    <p:sldId id="278" r:id="rId29"/>
    <p:sldId id="373" r:id="rId30"/>
    <p:sldId id="281" r:id="rId31"/>
    <p:sldId id="332" r:id="rId32"/>
    <p:sldId id="374" r:id="rId33"/>
    <p:sldId id="335" r:id="rId34"/>
    <p:sldId id="337" r:id="rId35"/>
    <p:sldId id="333" r:id="rId36"/>
    <p:sldId id="336" r:id="rId37"/>
    <p:sldId id="282" r:id="rId38"/>
    <p:sldId id="288" r:id="rId39"/>
    <p:sldId id="375" r:id="rId40"/>
    <p:sldId id="376" r:id="rId41"/>
    <p:sldId id="340" r:id="rId42"/>
    <p:sldId id="341" r:id="rId43"/>
    <p:sldId id="342" r:id="rId44"/>
    <p:sldId id="377" r:id="rId45"/>
    <p:sldId id="346" r:id="rId46"/>
    <p:sldId id="344" r:id="rId47"/>
    <p:sldId id="345" r:id="rId48"/>
    <p:sldId id="347" r:id="rId49"/>
    <p:sldId id="348" r:id="rId50"/>
    <p:sldId id="349" r:id="rId51"/>
    <p:sldId id="350" r:id="rId52"/>
    <p:sldId id="351" r:id="rId53"/>
    <p:sldId id="352" r:id="rId54"/>
    <p:sldId id="353" r:id="rId55"/>
    <p:sldId id="354" r:id="rId56"/>
    <p:sldId id="283" r:id="rId57"/>
    <p:sldId id="289" r:id="rId58"/>
    <p:sldId id="284" r:id="rId59"/>
    <p:sldId id="356" r:id="rId60"/>
    <p:sldId id="357" r:id="rId61"/>
    <p:sldId id="355" r:id="rId62"/>
    <p:sldId id="290" r:id="rId63"/>
    <p:sldId id="295" r:id="rId64"/>
    <p:sldId id="291" r:id="rId65"/>
    <p:sldId id="309" r:id="rId66"/>
    <p:sldId id="310" r:id="rId67"/>
    <p:sldId id="311" r:id="rId68"/>
    <p:sldId id="312" r:id="rId69"/>
    <p:sldId id="313" r:id="rId70"/>
    <p:sldId id="314" r:id="rId71"/>
    <p:sldId id="315" r:id="rId72"/>
    <p:sldId id="316" r:id="rId73"/>
    <p:sldId id="317" r:id="rId74"/>
    <p:sldId id="318" r:id="rId75"/>
    <p:sldId id="299" r:id="rId76"/>
    <p:sldId id="257" r:id="rId77"/>
    <p:sldId id="300" r:id="rId78"/>
    <p:sldId id="301" r:id="rId79"/>
    <p:sldId id="302" r:id="rId80"/>
    <p:sldId id="303" r:id="rId81"/>
    <p:sldId id="261" r:id="rId82"/>
    <p:sldId id="304" r:id="rId83"/>
    <p:sldId id="305" r:id="rId84"/>
    <p:sldId id="306" r:id="rId85"/>
    <p:sldId id="307" r:id="rId86"/>
    <p:sldId id="308" r:id="rId87"/>
    <p:sldId id="319" r:id="rId88"/>
    <p:sldId id="320" r:id="rId89"/>
    <p:sldId id="321" r:id="rId90"/>
    <p:sldId id="322" r:id="rId91"/>
    <p:sldId id="323" r:id="rId92"/>
    <p:sldId id="324" r:id="rId93"/>
    <p:sldId id="325" r:id="rId94"/>
    <p:sldId id="326" r:id="rId95"/>
    <p:sldId id="327" r:id="rId96"/>
    <p:sldId id="328" r:id="rId97"/>
    <p:sldId id="329" r:id="rId98"/>
    <p:sldId id="330" r:id="rId99"/>
    <p:sldId id="362" r:id="rId10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49" autoAdjust="0"/>
    <p:restoredTop sz="94660"/>
  </p:normalViewPr>
  <p:slideViewPr>
    <p:cSldViewPr>
      <p:cViewPr>
        <p:scale>
          <a:sx n="80" d="100"/>
          <a:sy n="80" d="100"/>
        </p:scale>
        <p:origin x="-1284" y="-18"/>
      </p:cViewPr>
      <p:guideLst>
        <p:guide orient="horz" pos="2160"/>
        <p:guide pos="2880"/>
      </p:guideLst>
    </p:cSldViewPr>
  </p:slideViewPr>
  <p:notesTextViewPr>
    <p:cViewPr>
      <p:scale>
        <a:sx n="25" d="100"/>
        <a:sy n="25" d="100"/>
      </p:scale>
      <p:origin x="0" y="0"/>
    </p:cViewPr>
  </p:notesTextViewPr>
  <p:gridSpacing cx="73737788" cy="7373778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ADHA GUTTEDAR" userId="8e9b0cfb86a17e2a" providerId="LiveId" clId="{1A7703B3-F2A5-4576-A1DD-C1AF0FD9BC5F}"/>
    <pc:docChg chg="undo custSel addSld delSld modSld">
      <pc:chgData name="SHRADHA GUTTEDAR" userId="8e9b0cfb86a17e2a" providerId="LiveId" clId="{1A7703B3-F2A5-4576-A1DD-C1AF0FD9BC5F}" dt="2022-07-27T07:18:47.360" v="1762" actId="14100"/>
      <pc:docMkLst>
        <pc:docMk/>
      </pc:docMkLst>
      <pc:sldChg chg="modSp">
        <pc:chgData name="SHRADHA GUTTEDAR" userId="8e9b0cfb86a17e2a" providerId="LiveId" clId="{1A7703B3-F2A5-4576-A1DD-C1AF0FD9BC5F}" dt="2022-07-27T05:14:24.210" v="437"/>
        <pc:sldMkLst>
          <pc:docMk/>
          <pc:sldMk cId="677121864" sldId="257"/>
        </pc:sldMkLst>
        <pc:spChg chg="mod">
          <ac:chgData name="SHRADHA GUTTEDAR" userId="8e9b0cfb86a17e2a" providerId="LiveId" clId="{1A7703B3-F2A5-4576-A1DD-C1AF0FD9BC5F}" dt="2022-07-27T05:14:24.210" v="437"/>
          <ac:spMkLst>
            <pc:docMk/>
            <pc:sldMk cId="677121864" sldId="257"/>
            <ac:spMk id="2" creationId="{279D0B6A-E892-2A9C-2642-F8A2150C74D8}"/>
          </ac:spMkLst>
        </pc:spChg>
        <pc:spChg chg="mod">
          <ac:chgData name="SHRADHA GUTTEDAR" userId="8e9b0cfb86a17e2a" providerId="LiveId" clId="{1A7703B3-F2A5-4576-A1DD-C1AF0FD9BC5F}" dt="2022-07-27T05:14:24.210" v="437"/>
          <ac:spMkLst>
            <pc:docMk/>
            <pc:sldMk cId="677121864" sldId="257"/>
            <ac:spMk id="3" creationId="{462EB14F-03FF-58E0-7CBC-22A0DB5BFB5C}"/>
          </ac:spMkLst>
        </pc:spChg>
      </pc:sldChg>
      <pc:sldChg chg="addSp modSp mod">
        <pc:chgData name="SHRADHA GUTTEDAR" userId="8e9b0cfb86a17e2a" providerId="LiveId" clId="{1A7703B3-F2A5-4576-A1DD-C1AF0FD9BC5F}" dt="2022-07-27T06:12:36.971" v="887" actId="14100"/>
        <pc:sldMkLst>
          <pc:docMk/>
          <pc:sldMk cId="1118295585" sldId="259"/>
        </pc:sldMkLst>
        <pc:spChg chg="mod">
          <ac:chgData name="SHRADHA GUTTEDAR" userId="8e9b0cfb86a17e2a" providerId="LiveId" clId="{1A7703B3-F2A5-4576-A1DD-C1AF0FD9BC5F}" dt="2022-07-27T06:12:14.381" v="883" actId="2711"/>
          <ac:spMkLst>
            <pc:docMk/>
            <pc:sldMk cId="1118295585" sldId="259"/>
            <ac:spMk id="2" creationId="{0BDA2045-2E64-C63F-D3A7-BF43ADBDC5AA}"/>
          </ac:spMkLst>
        </pc:spChg>
        <pc:spChg chg="add mod">
          <ac:chgData name="SHRADHA GUTTEDAR" userId="8e9b0cfb86a17e2a" providerId="LiveId" clId="{1A7703B3-F2A5-4576-A1DD-C1AF0FD9BC5F}" dt="2022-07-27T06:11:55.354" v="879" actId="571"/>
          <ac:spMkLst>
            <pc:docMk/>
            <pc:sldMk cId="1118295585" sldId="259"/>
            <ac:spMk id="6" creationId="{C80D2FC4-3848-5B75-9EB6-DB8F9E8CE0C1}"/>
          </ac:spMkLst>
        </pc:spChg>
        <pc:spChg chg="add mod">
          <ac:chgData name="SHRADHA GUTTEDAR" userId="8e9b0cfb86a17e2a" providerId="LiveId" clId="{1A7703B3-F2A5-4576-A1DD-C1AF0FD9BC5F}" dt="2022-07-27T06:11:54.515" v="878" actId="571"/>
          <ac:spMkLst>
            <pc:docMk/>
            <pc:sldMk cId="1118295585" sldId="259"/>
            <ac:spMk id="8" creationId="{EE3755C3-6BE1-4A1B-0130-9AA4FFECA1C8}"/>
          </ac:spMkLst>
        </pc:spChg>
        <pc:spChg chg="add mod">
          <ac:chgData name="SHRADHA GUTTEDAR" userId="8e9b0cfb86a17e2a" providerId="LiveId" clId="{1A7703B3-F2A5-4576-A1DD-C1AF0FD9BC5F}" dt="2022-07-27T06:11:54.515" v="878" actId="571"/>
          <ac:spMkLst>
            <pc:docMk/>
            <pc:sldMk cId="1118295585" sldId="259"/>
            <ac:spMk id="9" creationId="{CFB94D82-4EC0-6E39-FD41-496B1ECF2776}"/>
          </ac:spMkLst>
        </pc:spChg>
        <pc:picChg chg="mod">
          <ac:chgData name="SHRADHA GUTTEDAR" userId="8e9b0cfb86a17e2a" providerId="LiveId" clId="{1A7703B3-F2A5-4576-A1DD-C1AF0FD9BC5F}" dt="2022-07-27T06:12:36.971" v="887" actId="14100"/>
          <ac:picMkLst>
            <pc:docMk/>
            <pc:sldMk cId="1118295585" sldId="259"/>
            <ac:picMk id="7" creationId="{66E4C1FA-6205-50FA-B830-C6C0B29D333C}"/>
          </ac:picMkLst>
        </pc:picChg>
      </pc:sldChg>
      <pc:sldChg chg="modSp mod">
        <pc:chgData name="SHRADHA GUTTEDAR" userId="8e9b0cfb86a17e2a" providerId="LiveId" clId="{1A7703B3-F2A5-4576-A1DD-C1AF0FD9BC5F}" dt="2022-07-27T06:17:04.175" v="972" actId="20577"/>
        <pc:sldMkLst>
          <pc:docMk/>
          <pc:sldMk cId="4262937571" sldId="260"/>
        </pc:sldMkLst>
        <pc:spChg chg="mod">
          <ac:chgData name="SHRADHA GUTTEDAR" userId="8e9b0cfb86a17e2a" providerId="LiveId" clId="{1A7703B3-F2A5-4576-A1DD-C1AF0FD9BC5F}" dt="2022-07-27T06:17:04.175" v="972" actId="20577"/>
          <ac:spMkLst>
            <pc:docMk/>
            <pc:sldMk cId="4262937571" sldId="260"/>
            <ac:spMk id="2" creationId="{0BDA2045-2E64-C63F-D3A7-BF43ADBDC5AA}"/>
          </ac:spMkLst>
        </pc:spChg>
      </pc:sldChg>
      <pc:sldChg chg="modSp mod">
        <pc:chgData name="SHRADHA GUTTEDAR" userId="8e9b0cfb86a17e2a" providerId="LiveId" clId="{1A7703B3-F2A5-4576-A1DD-C1AF0FD9BC5F}" dt="2022-07-27T05:14:24.210" v="437"/>
        <pc:sldMkLst>
          <pc:docMk/>
          <pc:sldMk cId="1201505271" sldId="261"/>
        </pc:sldMkLst>
        <pc:spChg chg="mod">
          <ac:chgData name="SHRADHA GUTTEDAR" userId="8e9b0cfb86a17e2a" providerId="LiveId" clId="{1A7703B3-F2A5-4576-A1DD-C1AF0FD9BC5F}" dt="2022-07-27T05:14:24.210" v="437"/>
          <ac:spMkLst>
            <pc:docMk/>
            <pc:sldMk cId="1201505271" sldId="261"/>
            <ac:spMk id="2" creationId="{4CCD85E0-9688-D96F-1721-7BDBD110C65D}"/>
          </ac:spMkLst>
        </pc:spChg>
        <pc:spChg chg="mod">
          <ac:chgData name="SHRADHA GUTTEDAR" userId="8e9b0cfb86a17e2a" providerId="LiveId" clId="{1A7703B3-F2A5-4576-A1DD-C1AF0FD9BC5F}" dt="2022-07-27T05:14:24.210" v="437"/>
          <ac:spMkLst>
            <pc:docMk/>
            <pc:sldMk cId="1201505271" sldId="261"/>
            <ac:spMk id="3" creationId="{E3DF2B1A-966B-22F5-CF77-500C6BE80602}"/>
          </ac:spMkLst>
        </pc:spChg>
      </pc:sldChg>
      <pc:sldChg chg="modSp mod">
        <pc:chgData name="SHRADHA GUTTEDAR" userId="8e9b0cfb86a17e2a" providerId="LiveId" clId="{1A7703B3-F2A5-4576-A1DD-C1AF0FD9BC5F}" dt="2022-07-27T06:18:00.108" v="989" actId="14100"/>
        <pc:sldMkLst>
          <pc:docMk/>
          <pc:sldMk cId="2936496845" sldId="262"/>
        </pc:sldMkLst>
        <pc:picChg chg="mod">
          <ac:chgData name="SHRADHA GUTTEDAR" userId="8e9b0cfb86a17e2a" providerId="LiveId" clId="{1A7703B3-F2A5-4576-A1DD-C1AF0FD9BC5F}" dt="2022-07-27T06:18:00.108" v="989" actId="14100"/>
          <ac:picMkLst>
            <pc:docMk/>
            <pc:sldMk cId="2936496845" sldId="262"/>
            <ac:picMk id="5" creationId="{2CF7B94C-A654-D3E2-79BE-86978B82CB3B}"/>
          </ac:picMkLst>
        </pc:picChg>
      </pc:sldChg>
      <pc:sldChg chg="modSp mod">
        <pc:chgData name="SHRADHA GUTTEDAR" userId="8e9b0cfb86a17e2a" providerId="LiveId" clId="{1A7703B3-F2A5-4576-A1DD-C1AF0FD9BC5F}" dt="2022-07-27T06:20:41.269" v="1015" actId="14100"/>
        <pc:sldMkLst>
          <pc:docMk/>
          <pc:sldMk cId="1124152262" sldId="263"/>
        </pc:sldMkLst>
        <pc:spChg chg="mod">
          <ac:chgData name="SHRADHA GUTTEDAR" userId="8e9b0cfb86a17e2a" providerId="LiveId" clId="{1A7703B3-F2A5-4576-A1DD-C1AF0FD9BC5F}" dt="2022-07-27T06:20:41.269" v="1015" actId="14100"/>
          <ac:spMkLst>
            <pc:docMk/>
            <pc:sldMk cId="1124152262" sldId="263"/>
            <ac:spMk id="2" creationId="{0BDA2045-2E64-C63F-D3A7-BF43ADBDC5AA}"/>
          </ac:spMkLst>
        </pc:spChg>
        <pc:picChg chg="mod">
          <ac:chgData name="SHRADHA GUTTEDAR" userId="8e9b0cfb86a17e2a" providerId="LiveId" clId="{1A7703B3-F2A5-4576-A1DD-C1AF0FD9BC5F}" dt="2022-07-27T06:20:22.172" v="1012" actId="1038"/>
          <ac:picMkLst>
            <pc:docMk/>
            <pc:sldMk cId="1124152262" sldId="263"/>
            <ac:picMk id="5" creationId="{68F9BB8F-DF48-7F7B-C66E-1360F3D3A9B2}"/>
          </ac:picMkLst>
        </pc:picChg>
      </pc:sldChg>
      <pc:sldChg chg="modSp mod">
        <pc:chgData name="SHRADHA GUTTEDAR" userId="8e9b0cfb86a17e2a" providerId="LiveId" clId="{1A7703B3-F2A5-4576-A1DD-C1AF0FD9BC5F}" dt="2022-07-27T06:21:42.803" v="1026" actId="14100"/>
        <pc:sldMkLst>
          <pc:docMk/>
          <pc:sldMk cId="1828304527" sldId="264"/>
        </pc:sldMkLst>
        <pc:spChg chg="mod">
          <ac:chgData name="SHRADHA GUTTEDAR" userId="8e9b0cfb86a17e2a" providerId="LiveId" clId="{1A7703B3-F2A5-4576-A1DD-C1AF0FD9BC5F}" dt="2022-07-27T06:21:22.568" v="1022" actId="14100"/>
          <ac:spMkLst>
            <pc:docMk/>
            <pc:sldMk cId="1828304527" sldId="264"/>
            <ac:spMk id="2" creationId="{0BDA2045-2E64-C63F-D3A7-BF43ADBDC5AA}"/>
          </ac:spMkLst>
        </pc:spChg>
        <pc:picChg chg="mod">
          <ac:chgData name="SHRADHA GUTTEDAR" userId="8e9b0cfb86a17e2a" providerId="LiveId" clId="{1A7703B3-F2A5-4576-A1DD-C1AF0FD9BC5F}" dt="2022-07-27T06:21:42.803" v="1026" actId="14100"/>
          <ac:picMkLst>
            <pc:docMk/>
            <pc:sldMk cId="1828304527" sldId="264"/>
            <ac:picMk id="5" creationId="{E8BAC1D0-BB7E-0CD6-8F4E-0B1FB268403D}"/>
          </ac:picMkLst>
        </pc:picChg>
      </pc:sldChg>
      <pc:sldChg chg="modSp mod">
        <pc:chgData name="SHRADHA GUTTEDAR" userId="8e9b0cfb86a17e2a" providerId="LiveId" clId="{1A7703B3-F2A5-4576-A1DD-C1AF0FD9BC5F}" dt="2022-07-27T06:22:44.335" v="1040" actId="120"/>
        <pc:sldMkLst>
          <pc:docMk/>
          <pc:sldMk cId="1780094398" sldId="265"/>
        </pc:sldMkLst>
        <pc:spChg chg="mod">
          <ac:chgData name="SHRADHA GUTTEDAR" userId="8e9b0cfb86a17e2a" providerId="LiveId" clId="{1A7703B3-F2A5-4576-A1DD-C1AF0FD9BC5F}" dt="2022-07-27T06:22:44.335" v="1040" actId="120"/>
          <ac:spMkLst>
            <pc:docMk/>
            <pc:sldMk cId="1780094398" sldId="265"/>
            <ac:spMk id="2" creationId="{0BDA2045-2E64-C63F-D3A7-BF43ADBDC5AA}"/>
          </ac:spMkLst>
        </pc:spChg>
        <pc:picChg chg="mod">
          <ac:chgData name="SHRADHA GUTTEDAR" userId="8e9b0cfb86a17e2a" providerId="LiveId" clId="{1A7703B3-F2A5-4576-A1DD-C1AF0FD9BC5F}" dt="2022-07-27T06:22:36.734" v="1038" actId="14100"/>
          <ac:picMkLst>
            <pc:docMk/>
            <pc:sldMk cId="1780094398" sldId="265"/>
            <ac:picMk id="5" creationId="{6FCF2B44-5694-0E49-065E-0B4272A97399}"/>
          </ac:picMkLst>
        </pc:picChg>
      </pc:sldChg>
      <pc:sldChg chg="modSp mod">
        <pc:chgData name="SHRADHA GUTTEDAR" userId="8e9b0cfb86a17e2a" providerId="LiveId" clId="{1A7703B3-F2A5-4576-A1DD-C1AF0FD9BC5F}" dt="2022-07-27T06:12:42.271" v="888" actId="14100"/>
        <pc:sldMkLst>
          <pc:docMk/>
          <pc:sldMk cId="728635998" sldId="272"/>
        </pc:sldMkLst>
        <pc:spChg chg="mod">
          <ac:chgData name="SHRADHA GUTTEDAR" userId="8e9b0cfb86a17e2a" providerId="LiveId" clId="{1A7703B3-F2A5-4576-A1DD-C1AF0FD9BC5F}" dt="2022-07-27T05:14:24.210" v="437"/>
          <ac:spMkLst>
            <pc:docMk/>
            <pc:sldMk cId="728635998" sldId="272"/>
            <ac:spMk id="2" creationId="{8FAE54BF-016B-7B9C-6518-790228826B28}"/>
          </ac:spMkLst>
        </pc:spChg>
        <pc:picChg chg="mod">
          <ac:chgData name="SHRADHA GUTTEDAR" userId="8e9b0cfb86a17e2a" providerId="LiveId" clId="{1A7703B3-F2A5-4576-A1DD-C1AF0FD9BC5F}" dt="2022-07-27T06:12:42.271" v="888" actId="14100"/>
          <ac:picMkLst>
            <pc:docMk/>
            <pc:sldMk cId="728635998" sldId="272"/>
            <ac:picMk id="5" creationId="{842A906D-A55D-0839-5273-CAB5740B223F}"/>
          </ac:picMkLst>
        </pc:picChg>
      </pc:sldChg>
      <pc:sldChg chg="modSp mod">
        <pc:chgData name="SHRADHA GUTTEDAR" userId="8e9b0cfb86a17e2a" providerId="LiveId" clId="{1A7703B3-F2A5-4576-A1DD-C1AF0FD9BC5F}" dt="2022-07-27T06:18:35.431" v="996" actId="14100"/>
        <pc:sldMkLst>
          <pc:docMk/>
          <pc:sldMk cId="1249459535" sldId="273"/>
        </pc:sldMkLst>
        <pc:spChg chg="mod">
          <ac:chgData name="SHRADHA GUTTEDAR" userId="8e9b0cfb86a17e2a" providerId="LiveId" clId="{1A7703B3-F2A5-4576-A1DD-C1AF0FD9BC5F}" dt="2022-07-27T06:18:22.297" v="993" actId="1076"/>
          <ac:spMkLst>
            <pc:docMk/>
            <pc:sldMk cId="1249459535" sldId="273"/>
            <ac:spMk id="2" creationId="{DC34F203-34BD-12FB-935D-814E4DC972CF}"/>
          </ac:spMkLst>
        </pc:spChg>
        <pc:picChg chg="mod">
          <ac:chgData name="SHRADHA GUTTEDAR" userId="8e9b0cfb86a17e2a" providerId="LiveId" clId="{1A7703B3-F2A5-4576-A1DD-C1AF0FD9BC5F}" dt="2022-07-27T06:18:35.431" v="996" actId="14100"/>
          <ac:picMkLst>
            <pc:docMk/>
            <pc:sldMk cId="1249459535" sldId="273"/>
            <ac:picMk id="9" creationId="{7E21503A-9ACE-9294-217B-2FCECDF7ABD0}"/>
          </ac:picMkLst>
        </pc:picChg>
      </pc:sldChg>
      <pc:sldChg chg="modSp mod">
        <pc:chgData name="SHRADHA GUTTEDAR" userId="8e9b0cfb86a17e2a" providerId="LiveId" clId="{1A7703B3-F2A5-4576-A1DD-C1AF0FD9BC5F}" dt="2022-07-27T06:19:51.237" v="1007" actId="14100"/>
        <pc:sldMkLst>
          <pc:docMk/>
          <pc:sldMk cId="650732204" sldId="274"/>
        </pc:sldMkLst>
        <pc:spChg chg="mod">
          <ac:chgData name="SHRADHA GUTTEDAR" userId="8e9b0cfb86a17e2a" providerId="LiveId" clId="{1A7703B3-F2A5-4576-A1DD-C1AF0FD9BC5F}" dt="2022-07-27T06:19:44.659" v="1006" actId="1076"/>
          <ac:spMkLst>
            <pc:docMk/>
            <pc:sldMk cId="650732204" sldId="274"/>
            <ac:spMk id="2" creationId="{EEAA3F83-A693-40B5-2DD1-830A19583540}"/>
          </ac:spMkLst>
        </pc:spChg>
        <pc:picChg chg="mod">
          <ac:chgData name="SHRADHA GUTTEDAR" userId="8e9b0cfb86a17e2a" providerId="LiveId" clId="{1A7703B3-F2A5-4576-A1DD-C1AF0FD9BC5F}" dt="2022-07-27T06:19:51.237" v="1007" actId="14100"/>
          <ac:picMkLst>
            <pc:docMk/>
            <pc:sldMk cId="650732204" sldId="274"/>
            <ac:picMk id="7" creationId="{E348F5CC-58DE-B00B-2EE4-9B805110948B}"/>
          </ac:picMkLst>
        </pc:picChg>
      </pc:sldChg>
      <pc:sldChg chg="modSp mod">
        <pc:chgData name="SHRADHA GUTTEDAR" userId="8e9b0cfb86a17e2a" providerId="LiveId" clId="{1A7703B3-F2A5-4576-A1DD-C1AF0FD9BC5F}" dt="2022-07-27T06:25:30.122" v="1063" actId="255"/>
        <pc:sldMkLst>
          <pc:docMk/>
          <pc:sldMk cId="1773573005" sldId="278"/>
        </pc:sldMkLst>
        <pc:spChg chg="mod">
          <ac:chgData name="SHRADHA GUTTEDAR" userId="8e9b0cfb86a17e2a" providerId="LiveId" clId="{1A7703B3-F2A5-4576-A1DD-C1AF0FD9BC5F}" dt="2022-07-27T06:25:30.122" v="1063" actId="255"/>
          <ac:spMkLst>
            <pc:docMk/>
            <pc:sldMk cId="1773573005" sldId="278"/>
            <ac:spMk id="2" creationId="{55737234-A0FB-F4A8-6796-58A61671F7BA}"/>
          </ac:spMkLst>
        </pc:spChg>
        <pc:spChg chg="mod">
          <ac:chgData name="SHRADHA GUTTEDAR" userId="8e9b0cfb86a17e2a" providerId="LiveId" clId="{1A7703B3-F2A5-4576-A1DD-C1AF0FD9BC5F}" dt="2022-07-27T06:25:21.670" v="1062" actId="5793"/>
          <ac:spMkLst>
            <pc:docMk/>
            <pc:sldMk cId="1773573005" sldId="278"/>
            <ac:spMk id="3" creationId="{109CA1B3-821C-D7E1-8D61-E262379D5B81}"/>
          </ac:spMkLst>
        </pc:spChg>
        <pc:picChg chg="mod">
          <ac:chgData name="SHRADHA GUTTEDAR" userId="8e9b0cfb86a17e2a" providerId="LiveId" clId="{1A7703B3-F2A5-4576-A1DD-C1AF0FD9BC5F}" dt="2022-07-27T06:24:40.157" v="1056" actId="1076"/>
          <ac:picMkLst>
            <pc:docMk/>
            <pc:sldMk cId="1773573005" sldId="278"/>
            <ac:picMk id="5" creationId="{0AE1D26E-00B3-A348-4892-A0EACAC2B12B}"/>
          </ac:picMkLst>
        </pc:picChg>
      </pc:sldChg>
      <pc:sldChg chg="modSp mod">
        <pc:chgData name="SHRADHA GUTTEDAR" userId="8e9b0cfb86a17e2a" providerId="LiveId" clId="{1A7703B3-F2A5-4576-A1DD-C1AF0FD9BC5F}" dt="2022-07-27T05:16:40.116" v="444" actId="14100"/>
        <pc:sldMkLst>
          <pc:docMk/>
          <pc:sldMk cId="1387115769" sldId="280"/>
        </pc:sldMkLst>
        <pc:spChg chg="mod">
          <ac:chgData name="SHRADHA GUTTEDAR" userId="8e9b0cfb86a17e2a" providerId="LiveId" clId="{1A7703B3-F2A5-4576-A1DD-C1AF0FD9BC5F}" dt="2022-07-27T05:16:26.808" v="443" actId="14100"/>
          <ac:spMkLst>
            <pc:docMk/>
            <pc:sldMk cId="1387115769" sldId="280"/>
            <ac:spMk id="2" creationId="{42B468E0-92F6-B5A3-7488-6524BAF10837}"/>
          </ac:spMkLst>
        </pc:spChg>
        <pc:spChg chg="mod">
          <ac:chgData name="SHRADHA GUTTEDAR" userId="8e9b0cfb86a17e2a" providerId="LiveId" clId="{1A7703B3-F2A5-4576-A1DD-C1AF0FD9BC5F}" dt="2022-07-27T05:16:40.116" v="444" actId="14100"/>
          <ac:spMkLst>
            <pc:docMk/>
            <pc:sldMk cId="1387115769" sldId="280"/>
            <ac:spMk id="3" creationId="{1D81A704-EBAF-BA2E-1823-087AE9CFB408}"/>
          </ac:spMkLst>
        </pc:spChg>
      </pc:sldChg>
      <pc:sldChg chg="modSp mod">
        <pc:chgData name="SHRADHA GUTTEDAR" userId="8e9b0cfb86a17e2a" providerId="LiveId" clId="{1A7703B3-F2A5-4576-A1DD-C1AF0FD9BC5F}" dt="2022-07-27T06:37:39.894" v="1180" actId="207"/>
        <pc:sldMkLst>
          <pc:docMk/>
          <pc:sldMk cId="3352231996" sldId="281"/>
        </pc:sldMkLst>
        <pc:spChg chg="mod">
          <ac:chgData name="SHRADHA GUTTEDAR" userId="8e9b0cfb86a17e2a" providerId="LiveId" clId="{1A7703B3-F2A5-4576-A1DD-C1AF0FD9BC5F}" dt="2022-07-27T06:37:39.894" v="1180" actId="207"/>
          <ac:spMkLst>
            <pc:docMk/>
            <pc:sldMk cId="3352231996" sldId="281"/>
            <ac:spMk id="2" creationId="{B6FEC63C-AFAA-EF6F-B167-DCBDA768FC70}"/>
          </ac:spMkLst>
        </pc:spChg>
        <pc:picChg chg="mod">
          <ac:chgData name="SHRADHA GUTTEDAR" userId="8e9b0cfb86a17e2a" providerId="LiveId" clId="{1A7703B3-F2A5-4576-A1DD-C1AF0FD9BC5F}" dt="2022-07-27T06:31:52.632" v="1122" actId="14100"/>
          <ac:picMkLst>
            <pc:docMk/>
            <pc:sldMk cId="3352231996" sldId="281"/>
            <ac:picMk id="6" creationId="{EB3C3ABB-B322-DA0E-C8B4-DAB621F06329}"/>
          </ac:picMkLst>
        </pc:picChg>
      </pc:sldChg>
      <pc:sldChg chg="modSp mod">
        <pc:chgData name="SHRADHA GUTTEDAR" userId="8e9b0cfb86a17e2a" providerId="LiveId" clId="{1A7703B3-F2A5-4576-A1DD-C1AF0FD9BC5F}" dt="2022-07-27T05:14:24.210" v="437"/>
        <pc:sldMkLst>
          <pc:docMk/>
          <pc:sldMk cId="2244131209" sldId="282"/>
        </pc:sldMkLst>
        <pc:spChg chg="mod">
          <ac:chgData name="SHRADHA GUTTEDAR" userId="8e9b0cfb86a17e2a" providerId="LiveId" clId="{1A7703B3-F2A5-4576-A1DD-C1AF0FD9BC5F}" dt="2022-07-27T05:14:24.210" v="437"/>
          <ac:spMkLst>
            <pc:docMk/>
            <pc:sldMk cId="2244131209" sldId="282"/>
            <ac:spMk id="2" creationId="{5B8A360B-DA2D-9431-DC2A-C21EB1CA51A1}"/>
          </ac:spMkLst>
        </pc:spChg>
        <pc:picChg chg="mod">
          <ac:chgData name="SHRADHA GUTTEDAR" userId="8e9b0cfb86a17e2a" providerId="LiveId" clId="{1A7703B3-F2A5-4576-A1DD-C1AF0FD9BC5F}" dt="2022-07-27T05:14:24.210" v="437"/>
          <ac:picMkLst>
            <pc:docMk/>
            <pc:sldMk cId="2244131209" sldId="282"/>
            <ac:picMk id="5" creationId="{2979E82E-4DC5-5CD1-462F-814D3109EAFE}"/>
          </ac:picMkLst>
        </pc:picChg>
      </pc:sldChg>
      <pc:sldChg chg="modSp mod">
        <pc:chgData name="SHRADHA GUTTEDAR" userId="8e9b0cfb86a17e2a" providerId="LiveId" clId="{1A7703B3-F2A5-4576-A1DD-C1AF0FD9BC5F}" dt="2022-07-27T07:09:08.069" v="1651" actId="20577"/>
        <pc:sldMkLst>
          <pc:docMk/>
          <pc:sldMk cId="1503568132" sldId="283"/>
        </pc:sldMkLst>
        <pc:spChg chg="mod">
          <ac:chgData name="SHRADHA GUTTEDAR" userId="8e9b0cfb86a17e2a" providerId="LiveId" clId="{1A7703B3-F2A5-4576-A1DD-C1AF0FD9BC5F}" dt="2022-07-27T07:09:08.069" v="1651" actId="20577"/>
          <ac:spMkLst>
            <pc:docMk/>
            <pc:sldMk cId="1503568132" sldId="283"/>
            <ac:spMk id="2" creationId="{BDA014F3-9E26-87D8-30E6-5D615E37696C}"/>
          </ac:spMkLst>
        </pc:spChg>
        <pc:spChg chg="mod">
          <ac:chgData name="SHRADHA GUTTEDAR" userId="8e9b0cfb86a17e2a" providerId="LiveId" clId="{1A7703B3-F2A5-4576-A1DD-C1AF0FD9BC5F}" dt="2022-07-27T05:14:24.210" v="437"/>
          <ac:spMkLst>
            <pc:docMk/>
            <pc:sldMk cId="1503568132" sldId="283"/>
            <ac:spMk id="7" creationId="{B58B2DF0-4020-BAD7-1366-60D021A5C297}"/>
          </ac:spMkLst>
        </pc:spChg>
      </pc:sldChg>
      <pc:sldChg chg="modSp mod">
        <pc:chgData name="SHRADHA GUTTEDAR" userId="8e9b0cfb86a17e2a" providerId="LiveId" clId="{1A7703B3-F2A5-4576-A1DD-C1AF0FD9BC5F}" dt="2022-07-27T07:10:31.977" v="1670" actId="14100"/>
        <pc:sldMkLst>
          <pc:docMk/>
          <pc:sldMk cId="2267712703" sldId="284"/>
        </pc:sldMkLst>
        <pc:spChg chg="mod">
          <ac:chgData name="SHRADHA GUTTEDAR" userId="8e9b0cfb86a17e2a" providerId="LiveId" clId="{1A7703B3-F2A5-4576-A1DD-C1AF0FD9BC5F}" dt="2022-07-27T07:10:26.191" v="1668" actId="14100"/>
          <ac:spMkLst>
            <pc:docMk/>
            <pc:sldMk cId="2267712703" sldId="284"/>
            <ac:spMk id="2" creationId="{28E1DB2E-293E-B1C6-F568-E6191276179F}"/>
          </ac:spMkLst>
        </pc:spChg>
        <pc:picChg chg="mod">
          <ac:chgData name="SHRADHA GUTTEDAR" userId="8e9b0cfb86a17e2a" providerId="LiveId" clId="{1A7703B3-F2A5-4576-A1DD-C1AF0FD9BC5F}" dt="2022-07-27T07:10:31.977" v="1670" actId="14100"/>
          <ac:picMkLst>
            <pc:docMk/>
            <pc:sldMk cId="2267712703" sldId="284"/>
            <ac:picMk id="5" creationId="{A3A30C0C-C8B2-FE5C-91D4-97DA2CDCA9F5}"/>
          </ac:picMkLst>
        </pc:picChg>
      </pc:sldChg>
      <pc:sldChg chg="modSp mod">
        <pc:chgData name="SHRADHA GUTTEDAR" userId="8e9b0cfb86a17e2a" providerId="LiveId" clId="{1A7703B3-F2A5-4576-A1DD-C1AF0FD9BC5F}" dt="2022-07-27T06:44:56.467" v="1263" actId="14100"/>
        <pc:sldMkLst>
          <pc:docMk/>
          <pc:sldMk cId="3910341142" sldId="288"/>
        </pc:sldMkLst>
        <pc:spChg chg="mod">
          <ac:chgData name="SHRADHA GUTTEDAR" userId="8e9b0cfb86a17e2a" providerId="LiveId" clId="{1A7703B3-F2A5-4576-A1DD-C1AF0FD9BC5F}" dt="2022-07-27T06:44:56.467" v="1263" actId="14100"/>
          <ac:spMkLst>
            <pc:docMk/>
            <pc:sldMk cId="3910341142" sldId="288"/>
            <ac:spMk id="2" creationId="{EC4ECECD-CE8C-F80C-C025-FEC5C1192E9F}"/>
          </ac:spMkLst>
        </pc:spChg>
        <pc:picChg chg="mod">
          <ac:chgData name="SHRADHA GUTTEDAR" userId="8e9b0cfb86a17e2a" providerId="LiveId" clId="{1A7703B3-F2A5-4576-A1DD-C1AF0FD9BC5F}" dt="2022-07-27T06:43:25.838" v="1242" actId="1076"/>
          <ac:picMkLst>
            <pc:docMk/>
            <pc:sldMk cId="3910341142" sldId="288"/>
            <ac:picMk id="4" creationId="{A30BDCB6-EC93-FF69-124E-7C3E656858C3}"/>
          </ac:picMkLst>
        </pc:picChg>
        <pc:picChg chg="mod">
          <ac:chgData name="SHRADHA GUTTEDAR" userId="8e9b0cfb86a17e2a" providerId="LiveId" clId="{1A7703B3-F2A5-4576-A1DD-C1AF0FD9BC5F}" dt="2022-07-27T06:43:39.866" v="1245" actId="14100"/>
          <ac:picMkLst>
            <pc:docMk/>
            <pc:sldMk cId="3910341142" sldId="288"/>
            <ac:picMk id="9" creationId="{9B586BEC-83BA-223E-76AA-E050AECA1224}"/>
          </ac:picMkLst>
        </pc:picChg>
      </pc:sldChg>
      <pc:sldChg chg="modSp mod">
        <pc:chgData name="SHRADHA GUTTEDAR" userId="8e9b0cfb86a17e2a" providerId="LiveId" clId="{1A7703B3-F2A5-4576-A1DD-C1AF0FD9BC5F}" dt="2022-07-27T07:09:40.860" v="1658" actId="2711"/>
        <pc:sldMkLst>
          <pc:docMk/>
          <pc:sldMk cId="1202345381" sldId="289"/>
        </pc:sldMkLst>
        <pc:spChg chg="mod">
          <ac:chgData name="SHRADHA GUTTEDAR" userId="8e9b0cfb86a17e2a" providerId="LiveId" clId="{1A7703B3-F2A5-4576-A1DD-C1AF0FD9BC5F}" dt="2022-07-27T07:09:40.860" v="1658" actId="2711"/>
          <ac:spMkLst>
            <pc:docMk/>
            <pc:sldMk cId="1202345381" sldId="289"/>
            <ac:spMk id="2" creationId="{EC4ECECD-CE8C-F80C-C025-FEC5C1192E9F}"/>
          </ac:spMkLst>
        </pc:spChg>
        <pc:picChg chg="mod">
          <ac:chgData name="SHRADHA GUTTEDAR" userId="8e9b0cfb86a17e2a" providerId="LiveId" clId="{1A7703B3-F2A5-4576-A1DD-C1AF0FD9BC5F}" dt="2022-07-27T07:09:23.205" v="1654" actId="14100"/>
          <ac:picMkLst>
            <pc:docMk/>
            <pc:sldMk cId="1202345381" sldId="289"/>
            <ac:picMk id="5" creationId="{5AB9BDC8-AE25-8807-2AC0-79485DA24195}"/>
          </ac:picMkLst>
        </pc:picChg>
      </pc:sldChg>
      <pc:sldChg chg="modSp mod">
        <pc:chgData name="SHRADHA GUTTEDAR" userId="8e9b0cfb86a17e2a" providerId="LiveId" clId="{1A7703B3-F2A5-4576-A1DD-C1AF0FD9BC5F}" dt="2022-07-27T07:12:24.494" v="1698" actId="14100"/>
        <pc:sldMkLst>
          <pc:docMk/>
          <pc:sldMk cId="4167232707" sldId="290"/>
        </pc:sldMkLst>
        <pc:spChg chg="mod">
          <ac:chgData name="SHRADHA GUTTEDAR" userId="8e9b0cfb86a17e2a" providerId="LiveId" clId="{1A7703B3-F2A5-4576-A1DD-C1AF0FD9BC5F}" dt="2022-07-27T07:12:18.525" v="1697" actId="2711"/>
          <ac:spMkLst>
            <pc:docMk/>
            <pc:sldMk cId="4167232707" sldId="290"/>
            <ac:spMk id="2" creationId="{0E0EA86E-E0F5-AC44-89A4-9017DAAD7133}"/>
          </ac:spMkLst>
        </pc:spChg>
        <pc:spChg chg="mod">
          <ac:chgData name="SHRADHA GUTTEDAR" userId="8e9b0cfb86a17e2a" providerId="LiveId" clId="{1A7703B3-F2A5-4576-A1DD-C1AF0FD9BC5F}" dt="2022-07-27T05:14:24.210" v="437"/>
          <ac:spMkLst>
            <pc:docMk/>
            <pc:sldMk cId="4167232707" sldId="290"/>
            <ac:spMk id="4" creationId="{CF61A30E-24DF-1CB1-C249-8011396FD334}"/>
          </ac:spMkLst>
        </pc:spChg>
        <pc:picChg chg="mod">
          <ac:chgData name="SHRADHA GUTTEDAR" userId="8e9b0cfb86a17e2a" providerId="LiveId" clId="{1A7703B3-F2A5-4576-A1DD-C1AF0FD9BC5F}" dt="2022-07-27T07:12:24.494" v="1698" actId="14100"/>
          <ac:picMkLst>
            <pc:docMk/>
            <pc:sldMk cId="4167232707" sldId="290"/>
            <ac:picMk id="8" creationId="{33A2A35E-ED30-5F30-E7B0-9B496882FF77}"/>
          </ac:picMkLst>
        </pc:picChg>
      </pc:sldChg>
      <pc:sldChg chg="modSp mod">
        <pc:chgData name="SHRADHA GUTTEDAR" userId="8e9b0cfb86a17e2a" providerId="LiveId" clId="{1A7703B3-F2A5-4576-A1DD-C1AF0FD9BC5F}" dt="2022-07-27T07:12:57.731" v="1706" actId="14100"/>
        <pc:sldMkLst>
          <pc:docMk/>
          <pc:sldMk cId="3527181941" sldId="291"/>
        </pc:sldMkLst>
        <pc:spChg chg="mod">
          <ac:chgData name="SHRADHA GUTTEDAR" userId="8e9b0cfb86a17e2a" providerId="LiveId" clId="{1A7703B3-F2A5-4576-A1DD-C1AF0FD9BC5F}" dt="2022-07-27T05:14:24.210" v="437"/>
          <ac:spMkLst>
            <pc:docMk/>
            <pc:sldMk cId="3527181941" sldId="291"/>
            <ac:spMk id="2" creationId="{71AF07D6-67FF-2909-799F-7FF6E6D8F275}"/>
          </ac:spMkLst>
        </pc:spChg>
        <pc:picChg chg="mod">
          <ac:chgData name="SHRADHA GUTTEDAR" userId="8e9b0cfb86a17e2a" providerId="LiveId" clId="{1A7703B3-F2A5-4576-A1DD-C1AF0FD9BC5F}" dt="2022-07-27T07:12:46.747" v="1704" actId="14100"/>
          <ac:picMkLst>
            <pc:docMk/>
            <pc:sldMk cId="3527181941" sldId="291"/>
            <ac:picMk id="6" creationId="{91697C85-055D-DD05-665B-1352F4D7E664}"/>
          </ac:picMkLst>
        </pc:picChg>
        <pc:picChg chg="mod">
          <ac:chgData name="SHRADHA GUTTEDAR" userId="8e9b0cfb86a17e2a" providerId="LiveId" clId="{1A7703B3-F2A5-4576-A1DD-C1AF0FD9BC5F}" dt="2022-07-27T07:12:57.731" v="1706" actId="14100"/>
          <ac:picMkLst>
            <pc:docMk/>
            <pc:sldMk cId="3527181941" sldId="291"/>
            <ac:picMk id="8" creationId="{9EDDD558-7C34-9EAF-8A05-305DCD9A4381}"/>
          </ac:picMkLst>
        </pc:picChg>
      </pc:sldChg>
      <pc:sldChg chg="modSp mod">
        <pc:chgData name="SHRADHA GUTTEDAR" userId="8e9b0cfb86a17e2a" providerId="LiveId" clId="{1A7703B3-F2A5-4576-A1DD-C1AF0FD9BC5F}" dt="2022-07-27T05:03:07.682" v="375" actId="27636"/>
        <pc:sldMkLst>
          <pc:docMk/>
          <pc:sldMk cId="2394687710" sldId="295"/>
        </pc:sldMkLst>
        <pc:spChg chg="mod">
          <ac:chgData name="SHRADHA GUTTEDAR" userId="8e9b0cfb86a17e2a" providerId="LiveId" clId="{1A7703B3-F2A5-4576-A1DD-C1AF0FD9BC5F}" dt="2022-07-27T05:03:07.682" v="375" actId="27636"/>
          <ac:spMkLst>
            <pc:docMk/>
            <pc:sldMk cId="2394687710" sldId="295"/>
            <ac:spMk id="2" creationId="{78308999-6294-CC3E-E71C-08503125E46C}"/>
          </ac:spMkLst>
        </pc:spChg>
      </pc:sldChg>
      <pc:sldChg chg="modSp mod">
        <pc:chgData name="SHRADHA GUTTEDAR" userId="8e9b0cfb86a17e2a" providerId="LiveId" clId="{1A7703B3-F2A5-4576-A1DD-C1AF0FD9BC5F}" dt="2022-07-27T07:14:42.470" v="1726" actId="1076"/>
        <pc:sldMkLst>
          <pc:docMk/>
          <pc:sldMk cId="1366829888" sldId="300"/>
        </pc:sldMkLst>
        <pc:spChg chg="mod">
          <ac:chgData name="SHRADHA GUTTEDAR" userId="8e9b0cfb86a17e2a" providerId="LiveId" clId="{1A7703B3-F2A5-4576-A1DD-C1AF0FD9BC5F}" dt="2022-07-27T05:14:24.210" v="437"/>
          <ac:spMkLst>
            <pc:docMk/>
            <pc:sldMk cId="1366829888" sldId="300"/>
            <ac:spMk id="2" creationId="{18273A06-3D0D-E75B-F2C2-9FE7B907DC67}"/>
          </ac:spMkLst>
        </pc:spChg>
        <pc:picChg chg="mod">
          <ac:chgData name="SHRADHA GUTTEDAR" userId="8e9b0cfb86a17e2a" providerId="LiveId" clId="{1A7703B3-F2A5-4576-A1DD-C1AF0FD9BC5F}" dt="2022-07-27T07:14:42.470" v="1726" actId="1076"/>
          <ac:picMkLst>
            <pc:docMk/>
            <pc:sldMk cId="1366829888" sldId="300"/>
            <ac:picMk id="5" creationId="{1D2E0540-1B50-C1B5-1A0E-148898A3BE00}"/>
          </ac:picMkLst>
        </pc:picChg>
      </pc:sldChg>
      <pc:sldChg chg="modSp mod">
        <pc:chgData name="SHRADHA GUTTEDAR" userId="8e9b0cfb86a17e2a" providerId="LiveId" clId="{1A7703B3-F2A5-4576-A1DD-C1AF0FD9BC5F}" dt="2022-07-27T05:02:12.374" v="341" actId="27636"/>
        <pc:sldMkLst>
          <pc:docMk/>
          <pc:sldMk cId="2883361206" sldId="301"/>
        </pc:sldMkLst>
        <pc:spChg chg="mod">
          <ac:chgData name="SHRADHA GUTTEDAR" userId="8e9b0cfb86a17e2a" providerId="LiveId" clId="{1A7703B3-F2A5-4576-A1DD-C1AF0FD9BC5F}" dt="2022-07-27T05:02:12.374" v="341" actId="27636"/>
          <ac:spMkLst>
            <pc:docMk/>
            <pc:sldMk cId="2883361206" sldId="301"/>
            <ac:spMk id="3" creationId="{AB2B7320-79AD-78F9-4601-D9103DABE9AA}"/>
          </ac:spMkLst>
        </pc:spChg>
      </pc:sldChg>
      <pc:sldChg chg="modSp mod">
        <pc:chgData name="SHRADHA GUTTEDAR" userId="8e9b0cfb86a17e2a" providerId="LiveId" clId="{1A7703B3-F2A5-4576-A1DD-C1AF0FD9BC5F}" dt="2022-07-27T05:14:24.210" v="437"/>
        <pc:sldMkLst>
          <pc:docMk/>
          <pc:sldMk cId="1134249547" sldId="302"/>
        </pc:sldMkLst>
        <pc:spChg chg="mod">
          <ac:chgData name="SHRADHA GUTTEDAR" userId="8e9b0cfb86a17e2a" providerId="LiveId" clId="{1A7703B3-F2A5-4576-A1DD-C1AF0FD9BC5F}" dt="2022-07-27T05:14:24.210" v="437"/>
          <ac:spMkLst>
            <pc:docMk/>
            <pc:sldMk cId="1134249547" sldId="302"/>
            <ac:spMk id="2" creationId="{B112F2FF-899C-6D1F-F0A1-CA4DA237A9EC}"/>
          </ac:spMkLst>
        </pc:spChg>
        <pc:spChg chg="mod">
          <ac:chgData name="SHRADHA GUTTEDAR" userId="8e9b0cfb86a17e2a" providerId="LiveId" clId="{1A7703B3-F2A5-4576-A1DD-C1AF0FD9BC5F}" dt="2022-07-27T05:03:07.748" v="379" actId="27636"/>
          <ac:spMkLst>
            <pc:docMk/>
            <pc:sldMk cId="1134249547" sldId="302"/>
            <ac:spMk id="3" creationId="{358A0724-5049-4FD8-DD4B-866E2918A503}"/>
          </ac:spMkLst>
        </pc:spChg>
      </pc:sldChg>
      <pc:sldChg chg="modSp mod">
        <pc:chgData name="SHRADHA GUTTEDAR" userId="8e9b0cfb86a17e2a" providerId="LiveId" clId="{1A7703B3-F2A5-4576-A1DD-C1AF0FD9BC5F}" dt="2022-07-27T07:14:52.335" v="1728" actId="14100"/>
        <pc:sldMkLst>
          <pc:docMk/>
          <pc:sldMk cId="3400146090" sldId="303"/>
        </pc:sldMkLst>
        <pc:spChg chg="mod">
          <ac:chgData name="SHRADHA GUTTEDAR" userId="8e9b0cfb86a17e2a" providerId="LiveId" clId="{1A7703B3-F2A5-4576-A1DD-C1AF0FD9BC5F}" dt="2022-07-27T05:14:24.210" v="437"/>
          <ac:spMkLst>
            <pc:docMk/>
            <pc:sldMk cId="3400146090" sldId="303"/>
            <ac:spMk id="2" creationId="{C7257F5D-6C78-AB0B-8273-6B89D79D5EB4}"/>
          </ac:spMkLst>
        </pc:spChg>
        <pc:picChg chg="mod">
          <ac:chgData name="SHRADHA GUTTEDAR" userId="8e9b0cfb86a17e2a" providerId="LiveId" clId="{1A7703B3-F2A5-4576-A1DD-C1AF0FD9BC5F}" dt="2022-07-27T07:14:52.335" v="1728" actId="14100"/>
          <ac:picMkLst>
            <pc:docMk/>
            <pc:sldMk cId="3400146090" sldId="303"/>
            <ac:picMk id="5" creationId="{470063FF-5139-8FDA-E922-C286C41BDD3A}"/>
          </ac:picMkLst>
        </pc:picChg>
      </pc:sldChg>
      <pc:sldChg chg="modSp">
        <pc:chgData name="SHRADHA GUTTEDAR" userId="8e9b0cfb86a17e2a" providerId="LiveId" clId="{1A7703B3-F2A5-4576-A1DD-C1AF0FD9BC5F}" dt="2022-07-27T05:14:24.210" v="437"/>
        <pc:sldMkLst>
          <pc:docMk/>
          <pc:sldMk cId="1493297098" sldId="304"/>
        </pc:sldMkLst>
        <pc:spChg chg="mod">
          <ac:chgData name="SHRADHA GUTTEDAR" userId="8e9b0cfb86a17e2a" providerId="LiveId" clId="{1A7703B3-F2A5-4576-A1DD-C1AF0FD9BC5F}" dt="2022-07-27T05:14:24.210" v="437"/>
          <ac:spMkLst>
            <pc:docMk/>
            <pc:sldMk cId="1493297098" sldId="304"/>
            <ac:spMk id="2" creationId="{54869E8C-7DF9-DD72-01C2-AC5F9B91FA64}"/>
          </ac:spMkLst>
        </pc:spChg>
        <pc:spChg chg="mod">
          <ac:chgData name="SHRADHA GUTTEDAR" userId="8e9b0cfb86a17e2a" providerId="LiveId" clId="{1A7703B3-F2A5-4576-A1DD-C1AF0FD9BC5F}" dt="2022-07-27T05:14:24.210" v="437"/>
          <ac:spMkLst>
            <pc:docMk/>
            <pc:sldMk cId="1493297098" sldId="304"/>
            <ac:spMk id="3" creationId="{FDEC79E7-44BF-4504-6D7B-FDA747FEC6DE}"/>
          </ac:spMkLst>
        </pc:spChg>
      </pc:sldChg>
      <pc:sldChg chg="modSp mod">
        <pc:chgData name="SHRADHA GUTTEDAR" userId="8e9b0cfb86a17e2a" providerId="LiveId" clId="{1A7703B3-F2A5-4576-A1DD-C1AF0FD9BC5F}" dt="2022-07-27T07:15:07.572" v="1732" actId="14100"/>
        <pc:sldMkLst>
          <pc:docMk/>
          <pc:sldMk cId="819493198" sldId="305"/>
        </pc:sldMkLst>
        <pc:picChg chg="mod">
          <ac:chgData name="SHRADHA GUTTEDAR" userId="8e9b0cfb86a17e2a" providerId="LiveId" clId="{1A7703B3-F2A5-4576-A1DD-C1AF0FD9BC5F}" dt="2022-07-27T07:15:07.572" v="1732" actId="14100"/>
          <ac:picMkLst>
            <pc:docMk/>
            <pc:sldMk cId="819493198" sldId="305"/>
            <ac:picMk id="5" creationId="{10736641-B315-CE2C-3756-93EF8358D6B6}"/>
          </ac:picMkLst>
        </pc:picChg>
      </pc:sldChg>
      <pc:sldChg chg="modSp mod">
        <pc:chgData name="SHRADHA GUTTEDAR" userId="8e9b0cfb86a17e2a" providerId="LiveId" clId="{1A7703B3-F2A5-4576-A1DD-C1AF0FD9BC5F}" dt="2022-07-27T07:15:17.040" v="1735" actId="14100"/>
        <pc:sldMkLst>
          <pc:docMk/>
          <pc:sldMk cId="2612162512" sldId="306"/>
        </pc:sldMkLst>
        <pc:spChg chg="mod">
          <ac:chgData name="SHRADHA GUTTEDAR" userId="8e9b0cfb86a17e2a" providerId="LiveId" clId="{1A7703B3-F2A5-4576-A1DD-C1AF0FD9BC5F}" dt="2022-07-27T04:57:25.581" v="75"/>
          <ac:spMkLst>
            <pc:docMk/>
            <pc:sldMk cId="2612162512" sldId="306"/>
            <ac:spMk id="2" creationId="{E9B761EA-FD66-1DB9-920F-F47799A52302}"/>
          </ac:spMkLst>
        </pc:spChg>
        <pc:picChg chg="mod">
          <ac:chgData name="SHRADHA GUTTEDAR" userId="8e9b0cfb86a17e2a" providerId="LiveId" clId="{1A7703B3-F2A5-4576-A1DD-C1AF0FD9BC5F}" dt="2022-07-27T07:15:17.040" v="1735" actId="14100"/>
          <ac:picMkLst>
            <pc:docMk/>
            <pc:sldMk cId="2612162512" sldId="306"/>
            <ac:picMk id="7" creationId="{78145C05-9013-2C96-0B58-D153E5DCC5F9}"/>
          </ac:picMkLst>
        </pc:picChg>
      </pc:sldChg>
      <pc:sldChg chg="modSp mod">
        <pc:chgData name="SHRADHA GUTTEDAR" userId="8e9b0cfb86a17e2a" providerId="LiveId" clId="{1A7703B3-F2A5-4576-A1DD-C1AF0FD9BC5F}" dt="2022-07-27T07:15:40.979" v="1741" actId="14100"/>
        <pc:sldMkLst>
          <pc:docMk/>
          <pc:sldMk cId="1970246764" sldId="307"/>
        </pc:sldMkLst>
        <pc:spChg chg="mod">
          <ac:chgData name="SHRADHA GUTTEDAR" userId="8e9b0cfb86a17e2a" providerId="LiveId" clId="{1A7703B3-F2A5-4576-A1DD-C1AF0FD9BC5F}" dt="2022-07-27T05:14:24.210" v="437"/>
          <ac:spMkLst>
            <pc:docMk/>
            <pc:sldMk cId="1970246764" sldId="307"/>
            <ac:spMk id="2" creationId="{051C6DCF-DFED-478F-A51E-330766E50506}"/>
          </ac:spMkLst>
        </pc:spChg>
        <pc:picChg chg="mod">
          <ac:chgData name="SHRADHA GUTTEDAR" userId="8e9b0cfb86a17e2a" providerId="LiveId" clId="{1A7703B3-F2A5-4576-A1DD-C1AF0FD9BC5F}" dt="2022-07-27T07:15:40.979" v="1741" actId="14100"/>
          <ac:picMkLst>
            <pc:docMk/>
            <pc:sldMk cId="1970246764" sldId="307"/>
            <ac:picMk id="5" creationId="{4F0818E2-B767-F5DD-4C88-51FD64DF5AB7}"/>
          </ac:picMkLst>
        </pc:picChg>
        <pc:inkChg chg="mod">
          <ac:chgData name="SHRADHA GUTTEDAR" userId="8e9b0cfb86a17e2a" providerId="LiveId" clId="{1A7703B3-F2A5-4576-A1DD-C1AF0FD9BC5F}" dt="2022-07-27T07:15:32.350" v="1739" actId="1076"/>
          <ac:inkMkLst>
            <pc:docMk/>
            <pc:sldMk cId="1970246764" sldId="307"/>
            <ac:inkMk id="10" creationId="{4A750381-1B92-4415-9AD2-644705827144}"/>
          </ac:inkMkLst>
        </pc:inkChg>
      </pc:sldChg>
      <pc:sldChg chg="modSp mod">
        <pc:chgData name="SHRADHA GUTTEDAR" userId="8e9b0cfb86a17e2a" providerId="LiveId" clId="{1A7703B3-F2A5-4576-A1DD-C1AF0FD9BC5F}" dt="2022-07-27T07:13:10.522" v="1707" actId="255"/>
        <pc:sldMkLst>
          <pc:docMk/>
          <pc:sldMk cId="853595499" sldId="309"/>
        </pc:sldMkLst>
        <pc:spChg chg="mod">
          <ac:chgData name="SHRADHA GUTTEDAR" userId="8e9b0cfb86a17e2a" providerId="LiveId" clId="{1A7703B3-F2A5-4576-A1DD-C1AF0FD9BC5F}" dt="2022-07-27T07:13:10.522" v="1707" actId="255"/>
          <ac:spMkLst>
            <pc:docMk/>
            <pc:sldMk cId="853595499" sldId="309"/>
            <ac:spMk id="2" creationId="{9E908D6F-57DD-6772-0B61-6D54642AF9F7}"/>
          </ac:spMkLst>
        </pc:spChg>
        <pc:spChg chg="mod">
          <ac:chgData name="SHRADHA GUTTEDAR" userId="8e9b0cfb86a17e2a" providerId="LiveId" clId="{1A7703B3-F2A5-4576-A1DD-C1AF0FD9BC5F}" dt="2022-07-27T05:03:07.716" v="376" actId="27636"/>
          <ac:spMkLst>
            <pc:docMk/>
            <pc:sldMk cId="853595499" sldId="309"/>
            <ac:spMk id="3" creationId="{AFC4C924-A47F-B1FD-D0E0-183B57D52CF1}"/>
          </ac:spMkLst>
        </pc:spChg>
      </pc:sldChg>
      <pc:sldChg chg="modSp mod">
        <pc:chgData name="SHRADHA GUTTEDAR" userId="8e9b0cfb86a17e2a" providerId="LiveId" clId="{1A7703B3-F2A5-4576-A1DD-C1AF0FD9BC5F}" dt="2022-07-27T04:57:25.581" v="75"/>
        <pc:sldMkLst>
          <pc:docMk/>
          <pc:sldMk cId="3000690520" sldId="310"/>
        </pc:sldMkLst>
        <pc:spChg chg="mod">
          <ac:chgData name="SHRADHA GUTTEDAR" userId="8e9b0cfb86a17e2a" providerId="LiveId" clId="{1A7703B3-F2A5-4576-A1DD-C1AF0FD9BC5F}" dt="2022-07-27T04:57:25.581" v="75"/>
          <ac:spMkLst>
            <pc:docMk/>
            <pc:sldMk cId="3000690520" sldId="310"/>
            <ac:spMk id="2" creationId="{20560ADE-F519-4C59-945F-62A6697ED24C}"/>
          </ac:spMkLst>
        </pc:spChg>
      </pc:sldChg>
      <pc:sldChg chg="modSp mod">
        <pc:chgData name="SHRADHA GUTTEDAR" userId="8e9b0cfb86a17e2a" providerId="LiveId" clId="{1A7703B3-F2A5-4576-A1DD-C1AF0FD9BC5F}" dt="2022-07-27T05:14:24.210" v="437"/>
        <pc:sldMkLst>
          <pc:docMk/>
          <pc:sldMk cId="1109084898" sldId="311"/>
        </pc:sldMkLst>
        <pc:spChg chg="mod">
          <ac:chgData name="SHRADHA GUTTEDAR" userId="8e9b0cfb86a17e2a" providerId="LiveId" clId="{1A7703B3-F2A5-4576-A1DD-C1AF0FD9BC5F}" dt="2022-07-27T05:14:24.210" v="437"/>
          <ac:spMkLst>
            <pc:docMk/>
            <pc:sldMk cId="1109084898" sldId="311"/>
            <ac:spMk id="2" creationId="{CF33AF30-B8FF-E1E7-9714-F0EDCEF18AE8}"/>
          </ac:spMkLst>
        </pc:spChg>
        <pc:picChg chg="mod">
          <ac:chgData name="SHRADHA GUTTEDAR" userId="8e9b0cfb86a17e2a" providerId="LiveId" clId="{1A7703B3-F2A5-4576-A1DD-C1AF0FD9BC5F}" dt="2022-07-27T05:14:24.210" v="437"/>
          <ac:picMkLst>
            <pc:docMk/>
            <pc:sldMk cId="1109084898" sldId="311"/>
            <ac:picMk id="5" creationId="{C80D9135-DC42-0230-7A12-100D4F55B618}"/>
          </ac:picMkLst>
        </pc:picChg>
      </pc:sldChg>
      <pc:sldChg chg="modSp mod">
        <pc:chgData name="SHRADHA GUTTEDAR" userId="8e9b0cfb86a17e2a" providerId="LiveId" clId="{1A7703B3-F2A5-4576-A1DD-C1AF0FD9BC5F}" dt="2022-07-27T07:13:28.897" v="1708" actId="14100"/>
        <pc:sldMkLst>
          <pc:docMk/>
          <pc:sldMk cId="3033209530" sldId="312"/>
        </pc:sldMkLst>
        <pc:spChg chg="mod">
          <ac:chgData name="SHRADHA GUTTEDAR" userId="8e9b0cfb86a17e2a" providerId="LiveId" clId="{1A7703B3-F2A5-4576-A1DD-C1AF0FD9BC5F}" dt="2022-07-27T05:14:24.210" v="437"/>
          <ac:spMkLst>
            <pc:docMk/>
            <pc:sldMk cId="3033209530" sldId="312"/>
            <ac:spMk id="2" creationId="{8563C0A3-5A35-C18B-103D-AC699867608E}"/>
          </ac:spMkLst>
        </pc:spChg>
        <pc:picChg chg="mod">
          <ac:chgData name="SHRADHA GUTTEDAR" userId="8e9b0cfb86a17e2a" providerId="LiveId" clId="{1A7703B3-F2A5-4576-A1DD-C1AF0FD9BC5F}" dt="2022-07-27T07:13:28.897" v="1708" actId="14100"/>
          <ac:picMkLst>
            <pc:docMk/>
            <pc:sldMk cId="3033209530" sldId="312"/>
            <ac:picMk id="5" creationId="{7E5A77F7-AE89-1B5C-5EA9-CCCDBD86EF7E}"/>
          </ac:picMkLst>
        </pc:picChg>
      </pc:sldChg>
      <pc:sldChg chg="modSp mod">
        <pc:chgData name="SHRADHA GUTTEDAR" userId="8e9b0cfb86a17e2a" providerId="LiveId" clId="{1A7703B3-F2A5-4576-A1DD-C1AF0FD9BC5F}" dt="2022-07-27T07:13:35.340" v="1710" actId="1076"/>
        <pc:sldMkLst>
          <pc:docMk/>
          <pc:sldMk cId="1915338162" sldId="313"/>
        </pc:sldMkLst>
        <pc:picChg chg="mod">
          <ac:chgData name="SHRADHA GUTTEDAR" userId="8e9b0cfb86a17e2a" providerId="LiveId" clId="{1A7703B3-F2A5-4576-A1DD-C1AF0FD9BC5F}" dt="2022-07-27T07:13:35.340" v="1710" actId="1076"/>
          <ac:picMkLst>
            <pc:docMk/>
            <pc:sldMk cId="1915338162" sldId="313"/>
            <ac:picMk id="5" creationId="{A53BD0D5-C319-7A3C-6917-D1CE4EF51265}"/>
          </ac:picMkLst>
        </pc:picChg>
      </pc:sldChg>
      <pc:sldChg chg="modSp mod">
        <pc:chgData name="SHRADHA GUTTEDAR" userId="8e9b0cfb86a17e2a" providerId="LiveId" clId="{1A7703B3-F2A5-4576-A1DD-C1AF0FD9BC5F}" dt="2022-07-27T07:13:45.664" v="1712" actId="14100"/>
        <pc:sldMkLst>
          <pc:docMk/>
          <pc:sldMk cId="4167063128" sldId="314"/>
        </pc:sldMkLst>
        <pc:picChg chg="mod">
          <ac:chgData name="SHRADHA GUTTEDAR" userId="8e9b0cfb86a17e2a" providerId="LiveId" clId="{1A7703B3-F2A5-4576-A1DD-C1AF0FD9BC5F}" dt="2022-07-27T07:13:45.664" v="1712" actId="14100"/>
          <ac:picMkLst>
            <pc:docMk/>
            <pc:sldMk cId="4167063128" sldId="314"/>
            <ac:picMk id="5" creationId="{CA11E97A-B082-5566-EDB3-7C65B87D358C}"/>
          </ac:picMkLst>
        </pc:picChg>
      </pc:sldChg>
      <pc:sldChg chg="modSp mod">
        <pc:chgData name="SHRADHA GUTTEDAR" userId="8e9b0cfb86a17e2a" providerId="LiveId" clId="{1A7703B3-F2A5-4576-A1DD-C1AF0FD9BC5F}" dt="2022-07-27T07:13:54.687" v="1714" actId="14100"/>
        <pc:sldMkLst>
          <pc:docMk/>
          <pc:sldMk cId="1175171992" sldId="315"/>
        </pc:sldMkLst>
        <pc:spChg chg="mod">
          <ac:chgData name="SHRADHA GUTTEDAR" userId="8e9b0cfb86a17e2a" providerId="LiveId" clId="{1A7703B3-F2A5-4576-A1DD-C1AF0FD9BC5F}" dt="2022-07-27T05:14:24.210" v="437"/>
          <ac:spMkLst>
            <pc:docMk/>
            <pc:sldMk cId="1175171992" sldId="315"/>
            <ac:spMk id="2" creationId="{16E2F11B-B45A-0E0B-1295-2BAF4DC2A8B0}"/>
          </ac:spMkLst>
        </pc:spChg>
        <pc:picChg chg="mod">
          <ac:chgData name="SHRADHA GUTTEDAR" userId="8e9b0cfb86a17e2a" providerId="LiveId" clId="{1A7703B3-F2A5-4576-A1DD-C1AF0FD9BC5F}" dt="2022-07-27T07:13:54.687" v="1714" actId="14100"/>
          <ac:picMkLst>
            <pc:docMk/>
            <pc:sldMk cId="1175171992" sldId="315"/>
            <ac:picMk id="5" creationId="{4E30528C-D8DC-F53C-081A-94C51F6C8B7C}"/>
          </ac:picMkLst>
        </pc:picChg>
      </pc:sldChg>
      <pc:sldChg chg="modSp mod">
        <pc:chgData name="SHRADHA GUTTEDAR" userId="8e9b0cfb86a17e2a" providerId="LiveId" clId="{1A7703B3-F2A5-4576-A1DD-C1AF0FD9BC5F}" dt="2022-07-27T07:14:07.100" v="1718" actId="14100"/>
        <pc:sldMkLst>
          <pc:docMk/>
          <pc:sldMk cId="3950339584" sldId="316"/>
        </pc:sldMkLst>
        <pc:spChg chg="mod">
          <ac:chgData name="SHRADHA GUTTEDAR" userId="8e9b0cfb86a17e2a" providerId="LiveId" clId="{1A7703B3-F2A5-4576-A1DD-C1AF0FD9BC5F}" dt="2022-07-27T05:14:24.210" v="437"/>
          <ac:spMkLst>
            <pc:docMk/>
            <pc:sldMk cId="3950339584" sldId="316"/>
            <ac:spMk id="2" creationId="{AE3BA323-DD56-79A5-C2CD-77727DDE7E15}"/>
          </ac:spMkLst>
        </pc:spChg>
        <pc:picChg chg="mod">
          <ac:chgData name="SHRADHA GUTTEDAR" userId="8e9b0cfb86a17e2a" providerId="LiveId" clId="{1A7703B3-F2A5-4576-A1DD-C1AF0FD9BC5F}" dt="2022-07-27T07:14:07.100" v="1718" actId="14100"/>
          <ac:picMkLst>
            <pc:docMk/>
            <pc:sldMk cId="3950339584" sldId="316"/>
            <ac:picMk id="5" creationId="{86D39137-AA38-46D9-D97F-A5A097973D0C}"/>
          </ac:picMkLst>
        </pc:picChg>
      </pc:sldChg>
      <pc:sldChg chg="modSp mod">
        <pc:chgData name="SHRADHA GUTTEDAR" userId="8e9b0cfb86a17e2a" providerId="LiveId" clId="{1A7703B3-F2A5-4576-A1DD-C1AF0FD9BC5F}" dt="2022-07-27T07:14:19.330" v="1722" actId="14100"/>
        <pc:sldMkLst>
          <pc:docMk/>
          <pc:sldMk cId="1990098846" sldId="317"/>
        </pc:sldMkLst>
        <pc:spChg chg="mod">
          <ac:chgData name="SHRADHA GUTTEDAR" userId="8e9b0cfb86a17e2a" providerId="LiveId" clId="{1A7703B3-F2A5-4576-A1DD-C1AF0FD9BC5F}" dt="2022-07-27T05:14:24.210" v="437"/>
          <ac:spMkLst>
            <pc:docMk/>
            <pc:sldMk cId="1990098846" sldId="317"/>
            <ac:spMk id="2" creationId="{BFFF8886-86A0-64DB-0656-7624C4472A88}"/>
          </ac:spMkLst>
        </pc:spChg>
        <pc:picChg chg="mod">
          <ac:chgData name="SHRADHA GUTTEDAR" userId="8e9b0cfb86a17e2a" providerId="LiveId" clId="{1A7703B3-F2A5-4576-A1DD-C1AF0FD9BC5F}" dt="2022-07-27T07:14:19.330" v="1722" actId="14100"/>
          <ac:picMkLst>
            <pc:docMk/>
            <pc:sldMk cId="1990098846" sldId="317"/>
            <ac:picMk id="5" creationId="{0A23E8B8-46A9-717E-7C7B-DC8E0617B69D}"/>
          </ac:picMkLst>
        </pc:picChg>
      </pc:sldChg>
      <pc:sldChg chg="modSp mod">
        <pc:chgData name="SHRADHA GUTTEDAR" userId="8e9b0cfb86a17e2a" providerId="LiveId" clId="{1A7703B3-F2A5-4576-A1DD-C1AF0FD9BC5F}" dt="2022-07-27T07:16:01.278" v="1743" actId="122"/>
        <pc:sldMkLst>
          <pc:docMk/>
          <pc:sldMk cId="3014215769" sldId="319"/>
        </pc:sldMkLst>
        <pc:spChg chg="mod">
          <ac:chgData name="SHRADHA GUTTEDAR" userId="8e9b0cfb86a17e2a" providerId="LiveId" clId="{1A7703B3-F2A5-4576-A1DD-C1AF0FD9BC5F}" dt="2022-07-27T07:16:01.278" v="1743" actId="122"/>
          <ac:spMkLst>
            <pc:docMk/>
            <pc:sldMk cId="3014215769" sldId="319"/>
            <ac:spMk id="2" creationId="{067FE0FC-A795-D5E3-E218-D01A9564EA5F}"/>
          </ac:spMkLst>
        </pc:spChg>
      </pc:sldChg>
      <pc:sldChg chg="modSp mod">
        <pc:chgData name="SHRADHA GUTTEDAR" userId="8e9b0cfb86a17e2a" providerId="LiveId" clId="{1A7703B3-F2A5-4576-A1DD-C1AF0FD9BC5F}" dt="2022-07-27T07:16:13.074" v="1745" actId="1076"/>
        <pc:sldMkLst>
          <pc:docMk/>
          <pc:sldMk cId="272416006" sldId="320"/>
        </pc:sldMkLst>
        <pc:picChg chg="mod">
          <ac:chgData name="SHRADHA GUTTEDAR" userId="8e9b0cfb86a17e2a" providerId="LiveId" clId="{1A7703B3-F2A5-4576-A1DD-C1AF0FD9BC5F}" dt="2022-07-27T07:16:13.074" v="1745" actId="1076"/>
          <ac:picMkLst>
            <pc:docMk/>
            <pc:sldMk cId="272416006" sldId="320"/>
            <ac:picMk id="4" creationId="{4DE5F001-DC97-5322-D626-B458A77F6BAB}"/>
          </ac:picMkLst>
        </pc:picChg>
      </pc:sldChg>
      <pc:sldChg chg="modSp mod">
        <pc:chgData name="SHRADHA GUTTEDAR" userId="8e9b0cfb86a17e2a" providerId="LiveId" clId="{1A7703B3-F2A5-4576-A1DD-C1AF0FD9BC5F}" dt="2022-07-27T05:14:24.210" v="437"/>
        <pc:sldMkLst>
          <pc:docMk/>
          <pc:sldMk cId="1056165836" sldId="321"/>
        </pc:sldMkLst>
        <pc:spChg chg="mod">
          <ac:chgData name="SHRADHA GUTTEDAR" userId="8e9b0cfb86a17e2a" providerId="LiveId" clId="{1A7703B3-F2A5-4576-A1DD-C1AF0FD9BC5F}" dt="2022-07-27T05:00:17.717" v="201" actId="27636"/>
          <ac:spMkLst>
            <pc:docMk/>
            <pc:sldMk cId="1056165836" sldId="321"/>
            <ac:spMk id="2" creationId="{E8776CB8-7DB1-6DD2-D8D5-7BCD6FCB965F}"/>
          </ac:spMkLst>
        </pc:spChg>
        <pc:spChg chg="mod">
          <ac:chgData name="SHRADHA GUTTEDAR" userId="8e9b0cfb86a17e2a" providerId="LiveId" clId="{1A7703B3-F2A5-4576-A1DD-C1AF0FD9BC5F}" dt="2022-07-27T05:14:24.210" v="437"/>
          <ac:spMkLst>
            <pc:docMk/>
            <pc:sldMk cId="1056165836" sldId="321"/>
            <ac:spMk id="3" creationId="{EC7043A3-B2C4-1B58-EC48-20FAA7D7E3B4}"/>
          </ac:spMkLst>
        </pc:spChg>
      </pc:sldChg>
      <pc:sldChg chg="modSp mod">
        <pc:chgData name="SHRADHA GUTTEDAR" userId="8e9b0cfb86a17e2a" providerId="LiveId" clId="{1A7703B3-F2A5-4576-A1DD-C1AF0FD9BC5F}" dt="2022-07-27T07:16:21.903" v="1747" actId="14100"/>
        <pc:sldMkLst>
          <pc:docMk/>
          <pc:sldMk cId="3008764591" sldId="322"/>
        </pc:sldMkLst>
        <pc:spChg chg="mod">
          <ac:chgData name="SHRADHA GUTTEDAR" userId="8e9b0cfb86a17e2a" providerId="LiveId" clId="{1A7703B3-F2A5-4576-A1DD-C1AF0FD9BC5F}" dt="2022-07-27T05:14:24.210" v="437"/>
          <ac:spMkLst>
            <pc:docMk/>
            <pc:sldMk cId="3008764591" sldId="322"/>
            <ac:spMk id="2" creationId="{62946C66-91E7-8DA7-B45D-AF3F2831987E}"/>
          </ac:spMkLst>
        </pc:spChg>
        <pc:picChg chg="mod">
          <ac:chgData name="SHRADHA GUTTEDAR" userId="8e9b0cfb86a17e2a" providerId="LiveId" clId="{1A7703B3-F2A5-4576-A1DD-C1AF0FD9BC5F}" dt="2022-07-27T07:16:21.903" v="1747" actId="14100"/>
          <ac:picMkLst>
            <pc:docMk/>
            <pc:sldMk cId="3008764591" sldId="322"/>
            <ac:picMk id="8" creationId="{E690FF8E-C0A3-AFE7-E275-C936F55F4747}"/>
          </ac:picMkLst>
        </pc:picChg>
      </pc:sldChg>
      <pc:sldChg chg="modSp mod">
        <pc:chgData name="SHRADHA GUTTEDAR" userId="8e9b0cfb86a17e2a" providerId="LiveId" clId="{1A7703B3-F2A5-4576-A1DD-C1AF0FD9BC5F}" dt="2022-07-27T05:14:24.210" v="437"/>
        <pc:sldMkLst>
          <pc:docMk/>
          <pc:sldMk cId="2982115955" sldId="323"/>
        </pc:sldMkLst>
        <pc:spChg chg="mod">
          <ac:chgData name="SHRADHA GUTTEDAR" userId="8e9b0cfb86a17e2a" providerId="LiveId" clId="{1A7703B3-F2A5-4576-A1DD-C1AF0FD9BC5F}" dt="2022-07-27T05:14:24.210" v="437"/>
          <ac:spMkLst>
            <pc:docMk/>
            <pc:sldMk cId="2982115955" sldId="323"/>
            <ac:spMk id="2" creationId="{6A5CC544-4321-75D0-F099-14C934C73B83}"/>
          </ac:spMkLst>
        </pc:spChg>
        <pc:picChg chg="mod">
          <ac:chgData name="SHRADHA GUTTEDAR" userId="8e9b0cfb86a17e2a" providerId="LiveId" clId="{1A7703B3-F2A5-4576-A1DD-C1AF0FD9BC5F}" dt="2022-07-27T05:14:24.210" v="437"/>
          <ac:picMkLst>
            <pc:docMk/>
            <pc:sldMk cId="2982115955" sldId="323"/>
            <ac:picMk id="5" creationId="{9FE1A64C-73D0-B88C-66F6-EAFFE80FC3AC}"/>
          </ac:picMkLst>
        </pc:picChg>
      </pc:sldChg>
      <pc:sldChg chg="modSp mod">
        <pc:chgData name="SHRADHA GUTTEDAR" userId="8e9b0cfb86a17e2a" providerId="LiveId" clId="{1A7703B3-F2A5-4576-A1DD-C1AF0FD9BC5F}" dt="2022-07-27T05:14:24.210" v="437"/>
        <pc:sldMkLst>
          <pc:docMk/>
          <pc:sldMk cId="1248044228" sldId="324"/>
        </pc:sldMkLst>
        <pc:spChg chg="mod">
          <ac:chgData name="SHRADHA GUTTEDAR" userId="8e9b0cfb86a17e2a" providerId="LiveId" clId="{1A7703B3-F2A5-4576-A1DD-C1AF0FD9BC5F}" dt="2022-07-27T05:02:12.398" v="348" actId="27636"/>
          <ac:spMkLst>
            <pc:docMk/>
            <pc:sldMk cId="1248044228" sldId="324"/>
            <ac:spMk id="2" creationId="{FC97CD3B-8254-4A01-D948-7A5225F0A4F2}"/>
          </ac:spMkLst>
        </pc:spChg>
        <pc:spChg chg="mod">
          <ac:chgData name="SHRADHA GUTTEDAR" userId="8e9b0cfb86a17e2a" providerId="LiveId" clId="{1A7703B3-F2A5-4576-A1DD-C1AF0FD9BC5F}" dt="2022-07-27T05:14:24.210" v="437"/>
          <ac:spMkLst>
            <pc:docMk/>
            <pc:sldMk cId="1248044228" sldId="324"/>
            <ac:spMk id="3" creationId="{CE1B5410-6FA7-B37D-DF9A-4573AF8BA9F9}"/>
          </ac:spMkLst>
        </pc:spChg>
      </pc:sldChg>
      <pc:sldChg chg="modSp">
        <pc:chgData name="SHRADHA GUTTEDAR" userId="8e9b0cfb86a17e2a" providerId="LiveId" clId="{1A7703B3-F2A5-4576-A1DD-C1AF0FD9BC5F}" dt="2022-07-27T05:14:24.210" v="437"/>
        <pc:sldMkLst>
          <pc:docMk/>
          <pc:sldMk cId="2391231549" sldId="325"/>
        </pc:sldMkLst>
        <pc:spChg chg="mod">
          <ac:chgData name="SHRADHA GUTTEDAR" userId="8e9b0cfb86a17e2a" providerId="LiveId" clId="{1A7703B3-F2A5-4576-A1DD-C1AF0FD9BC5F}" dt="2022-07-27T05:14:24.210" v="437"/>
          <ac:spMkLst>
            <pc:docMk/>
            <pc:sldMk cId="2391231549" sldId="325"/>
            <ac:spMk id="2" creationId="{8EED9A4F-2C33-C55D-C0EB-E1048458B9D8}"/>
          </ac:spMkLst>
        </pc:spChg>
        <pc:picChg chg="mod">
          <ac:chgData name="SHRADHA GUTTEDAR" userId="8e9b0cfb86a17e2a" providerId="LiveId" clId="{1A7703B3-F2A5-4576-A1DD-C1AF0FD9BC5F}" dt="2022-07-27T05:14:24.210" v="437"/>
          <ac:picMkLst>
            <pc:docMk/>
            <pc:sldMk cId="2391231549" sldId="325"/>
            <ac:picMk id="5" creationId="{5E624DF6-E1A5-A64B-7592-9ED6C9C0D895}"/>
          </ac:picMkLst>
        </pc:picChg>
      </pc:sldChg>
      <pc:sldChg chg="modSp">
        <pc:chgData name="SHRADHA GUTTEDAR" userId="8e9b0cfb86a17e2a" providerId="LiveId" clId="{1A7703B3-F2A5-4576-A1DD-C1AF0FD9BC5F}" dt="2022-07-27T05:14:24.210" v="437"/>
        <pc:sldMkLst>
          <pc:docMk/>
          <pc:sldMk cId="2831078081" sldId="326"/>
        </pc:sldMkLst>
        <pc:spChg chg="mod">
          <ac:chgData name="SHRADHA GUTTEDAR" userId="8e9b0cfb86a17e2a" providerId="LiveId" clId="{1A7703B3-F2A5-4576-A1DD-C1AF0FD9BC5F}" dt="2022-07-27T05:14:24.210" v="437"/>
          <ac:spMkLst>
            <pc:docMk/>
            <pc:sldMk cId="2831078081" sldId="326"/>
            <ac:spMk id="2" creationId="{F43B323C-8FDB-4605-9905-E43E0808A663}"/>
          </ac:spMkLst>
        </pc:spChg>
        <pc:picChg chg="mod">
          <ac:chgData name="SHRADHA GUTTEDAR" userId="8e9b0cfb86a17e2a" providerId="LiveId" clId="{1A7703B3-F2A5-4576-A1DD-C1AF0FD9BC5F}" dt="2022-07-27T05:14:24.210" v="437"/>
          <ac:picMkLst>
            <pc:docMk/>
            <pc:sldMk cId="2831078081" sldId="326"/>
            <ac:picMk id="5" creationId="{966A2DB0-F6AE-8FE1-0CE1-E699DCFC5754}"/>
          </ac:picMkLst>
        </pc:picChg>
      </pc:sldChg>
      <pc:sldChg chg="modSp mod">
        <pc:chgData name="SHRADHA GUTTEDAR" userId="8e9b0cfb86a17e2a" providerId="LiveId" clId="{1A7703B3-F2A5-4576-A1DD-C1AF0FD9BC5F}" dt="2022-07-27T05:14:24.210" v="437"/>
        <pc:sldMkLst>
          <pc:docMk/>
          <pc:sldMk cId="1769493836" sldId="327"/>
        </pc:sldMkLst>
        <pc:spChg chg="mod">
          <ac:chgData name="SHRADHA GUTTEDAR" userId="8e9b0cfb86a17e2a" providerId="LiveId" clId="{1A7703B3-F2A5-4576-A1DD-C1AF0FD9BC5F}" dt="2022-07-27T05:14:24.210" v="437"/>
          <ac:spMkLst>
            <pc:docMk/>
            <pc:sldMk cId="1769493836" sldId="327"/>
            <ac:spMk id="2" creationId="{15F59114-28AF-EC32-9008-135D6D14B56E}"/>
          </ac:spMkLst>
        </pc:spChg>
        <pc:spChg chg="mod">
          <ac:chgData name="SHRADHA GUTTEDAR" userId="8e9b0cfb86a17e2a" providerId="LiveId" clId="{1A7703B3-F2A5-4576-A1DD-C1AF0FD9BC5F}" dt="2022-07-27T05:14:24.210" v="437"/>
          <ac:spMkLst>
            <pc:docMk/>
            <pc:sldMk cId="1769493836" sldId="327"/>
            <ac:spMk id="3" creationId="{97873E87-6418-2D84-9566-33EBDE4B619E}"/>
          </ac:spMkLst>
        </pc:spChg>
      </pc:sldChg>
      <pc:sldChg chg="modSp mod">
        <pc:chgData name="SHRADHA GUTTEDAR" userId="8e9b0cfb86a17e2a" providerId="LiveId" clId="{1A7703B3-F2A5-4576-A1DD-C1AF0FD9BC5F}" dt="2022-07-27T05:14:24.210" v="437"/>
        <pc:sldMkLst>
          <pc:docMk/>
          <pc:sldMk cId="1201391716" sldId="328"/>
        </pc:sldMkLst>
        <pc:spChg chg="mod">
          <ac:chgData name="SHRADHA GUTTEDAR" userId="8e9b0cfb86a17e2a" providerId="LiveId" clId="{1A7703B3-F2A5-4576-A1DD-C1AF0FD9BC5F}" dt="2022-07-27T05:02:12.402" v="349" actId="27636"/>
          <ac:spMkLst>
            <pc:docMk/>
            <pc:sldMk cId="1201391716" sldId="328"/>
            <ac:spMk id="2" creationId="{79C70362-DF10-3ED5-D797-44BDD6DE17BA}"/>
          </ac:spMkLst>
        </pc:spChg>
        <pc:spChg chg="mod">
          <ac:chgData name="SHRADHA GUTTEDAR" userId="8e9b0cfb86a17e2a" providerId="LiveId" clId="{1A7703B3-F2A5-4576-A1DD-C1AF0FD9BC5F}" dt="2022-07-27T05:14:24.210" v="437"/>
          <ac:spMkLst>
            <pc:docMk/>
            <pc:sldMk cId="1201391716" sldId="328"/>
            <ac:spMk id="3" creationId="{FECB5587-8DBD-5F66-FAE6-11E09634B4E1}"/>
          </ac:spMkLst>
        </pc:spChg>
      </pc:sldChg>
      <pc:sldChg chg="modSp mod">
        <pc:chgData name="SHRADHA GUTTEDAR" userId="8e9b0cfb86a17e2a" providerId="LiveId" clId="{1A7703B3-F2A5-4576-A1DD-C1AF0FD9BC5F}" dt="2022-07-27T07:16:38.479" v="1749" actId="14100"/>
        <pc:sldMkLst>
          <pc:docMk/>
          <pc:sldMk cId="540068066" sldId="329"/>
        </pc:sldMkLst>
        <pc:picChg chg="mod">
          <ac:chgData name="SHRADHA GUTTEDAR" userId="8e9b0cfb86a17e2a" providerId="LiveId" clId="{1A7703B3-F2A5-4576-A1DD-C1AF0FD9BC5F}" dt="2022-07-27T07:16:38.479" v="1749" actId="14100"/>
          <ac:picMkLst>
            <pc:docMk/>
            <pc:sldMk cId="540068066" sldId="329"/>
            <ac:picMk id="5" creationId="{39FFF4FB-B13F-C5A0-EC79-E960BF8C0B7A}"/>
          </ac:picMkLst>
        </pc:picChg>
      </pc:sldChg>
      <pc:sldChg chg="modSp mod">
        <pc:chgData name="SHRADHA GUTTEDAR" userId="8e9b0cfb86a17e2a" providerId="LiveId" clId="{1A7703B3-F2A5-4576-A1DD-C1AF0FD9BC5F}" dt="2022-07-27T07:16:57.636" v="1753" actId="14100"/>
        <pc:sldMkLst>
          <pc:docMk/>
          <pc:sldMk cId="1045433120" sldId="330"/>
        </pc:sldMkLst>
        <pc:spChg chg="mod">
          <ac:chgData name="SHRADHA GUTTEDAR" userId="8e9b0cfb86a17e2a" providerId="LiveId" clId="{1A7703B3-F2A5-4576-A1DD-C1AF0FD9BC5F}" dt="2022-07-27T07:16:57.636" v="1753" actId="14100"/>
          <ac:spMkLst>
            <pc:docMk/>
            <pc:sldMk cId="1045433120" sldId="330"/>
            <ac:spMk id="2" creationId="{4328ED5D-7B2C-59F6-29A8-0E18084517B1}"/>
          </ac:spMkLst>
        </pc:spChg>
        <pc:picChg chg="mod">
          <ac:chgData name="SHRADHA GUTTEDAR" userId="8e9b0cfb86a17e2a" providerId="LiveId" clId="{1A7703B3-F2A5-4576-A1DD-C1AF0FD9BC5F}" dt="2022-07-27T07:16:50.089" v="1751" actId="14100"/>
          <ac:picMkLst>
            <pc:docMk/>
            <pc:sldMk cId="1045433120" sldId="330"/>
            <ac:picMk id="5" creationId="{9E40D75B-9435-09F3-8845-CEFAD5FC4E71}"/>
          </ac:picMkLst>
        </pc:picChg>
        <pc:inkChg chg="mod">
          <ac:chgData name="SHRADHA GUTTEDAR" userId="8e9b0cfb86a17e2a" providerId="LiveId" clId="{1A7703B3-F2A5-4576-A1DD-C1AF0FD9BC5F}" dt="2022-07-27T07:16:52.234" v="1752" actId="1076"/>
          <ac:inkMkLst>
            <pc:docMk/>
            <pc:sldMk cId="1045433120" sldId="330"/>
            <ac:inkMk id="6" creationId="{70BCEEAC-365B-A1BD-AA92-12A09F6DF140}"/>
          </ac:inkMkLst>
        </pc:inkChg>
      </pc:sldChg>
      <pc:sldChg chg="modSp mod">
        <pc:chgData name="SHRADHA GUTTEDAR" userId="8e9b0cfb86a17e2a" providerId="LiveId" clId="{1A7703B3-F2A5-4576-A1DD-C1AF0FD9BC5F}" dt="2022-07-27T06:37:45.734" v="1181" actId="207"/>
        <pc:sldMkLst>
          <pc:docMk/>
          <pc:sldMk cId="1280782843" sldId="332"/>
        </pc:sldMkLst>
        <pc:spChg chg="mod">
          <ac:chgData name="SHRADHA GUTTEDAR" userId="8e9b0cfb86a17e2a" providerId="LiveId" clId="{1A7703B3-F2A5-4576-A1DD-C1AF0FD9BC5F}" dt="2022-07-27T06:37:45.734" v="1181" actId="207"/>
          <ac:spMkLst>
            <pc:docMk/>
            <pc:sldMk cId="1280782843" sldId="332"/>
            <ac:spMk id="2" creationId="{870BB8A4-ACB7-DBA3-6DC4-6DC214A7BF74}"/>
          </ac:spMkLst>
        </pc:spChg>
        <pc:spChg chg="mod">
          <ac:chgData name="SHRADHA GUTTEDAR" userId="8e9b0cfb86a17e2a" providerId="LiveId" clId="{1A7703B3-F2A5-4576-A1DD-C1AF0FD9BC5F}" dt="2022-07-27T05:14:24.210" v="437"/>
          <ac:spMkLst>
            <pc:docMk/>
            <pc:sldMk cId="1280782843" sldId="332"/>
            <ac:spMk id="6" creationId="{164720D7-DC58-469A-7E9B-6B2CD9534B91}"/>
          </ac:spMkLst>
        </pc:spChg>
        <pc:picChg chg="mod">
          <ac:chgData name="SHRADHA GUTTEDAR" userId="8e9b0cfb86a17e2a" providerId="LiveId" clId="{1A7703B3-F2A5-4576-A1DD-C1AF0FD9BC5F}" dt="2022-07-27T06:33:19.306" v="1132" actId="14100"/>
          <ac:picMkLst>
            <pc:docMk/>
            <pc:sldMk cId="1280782843" sldId="332"/>
            <ac:picMk id="7" creationId="{8A341A26-C983-75F6-09D6-6871E0509B9F}"/>
          </ac:picMkLst>
        </pc:picChg>
      </pc:sldChg>
      <pc:sldChg chg="modSp mod">
        <pc:chgData name="SHRADHA GUTTEDAR" userId="8e9b0cfb86a17e2a" providerId="LiveId" clId="{1A7703B3-F2A5-4576-A1DD-C1AF0FD9BC5F}" dt="2022-07-27T06:41:52.974" v="1226" actId="14100"/>
        <pc:sldMkLst>
          <pc:docMk/>
          <pc:sldMk cId="2111783830" sldId="333"/>
        </pc:sldMkLst>
        <pc:spChg chg="mod">
          <ac:chgData name="SHRADHA GUTTEDAR" userId="8e9b0cfb86a17e2a" providerId="LiveId" clId="{1A7703B3-F2A5-4576-A1DD-C1AF0FD9BC5F}" dt="2022-07-27T06:41:34.258" v="1222" actId="27636"/>
          <ac:spMkLst>
            <pc:docMk/>
            <pc:sldMk cId="2111783830" sldId="333"/>
            <ac:spMk id="2" creationId="{F86587A5-9902-08C8-34BB-C465B3DD36D5}"/>
          </ac:spMkLst>
        </pc:spChg>
        <pc:picChg chg="mod">
          <ac:chgData name="SHRADHA GUTTEDAR" userId="8e9b0cfb86a17e2a" providerId="LiveId" clId="{1A7703B3-F2A5-4576-A1DD-C1AF0FD9BC5F}" dt="2022-07-27T06:41:52.974" v="1226" actId="14100"/>
          <ac:picMkLst>
            <pc:docMk/>
            <pc:sldMk cId="2111783830" sldId="333"/>
            <ac:picMk id="5" creationId="{E3F2BAA8-6331-CA91-4082-0B7185D401BC}"/>
          </ac:picMkLst>
        </pc:picChg>
      </pc:sldChg>
      <pc:sldChg chg="modSp del mod">
        <pc:chgData name="SHRADHA GUTTEDAR" userId="8e9b0cfb86a17e2a" providerId="LiveId" clId="{1A7703B3-F2A5-4576-A1DD-C1AF0FD9BC5F}" dt="2022-07-27T06:35:52.884" v="1168" actId="47"/>
        <pc:sldMkLst>
          <pc:docMk/>
          <pc:sldMk cId="1838168175" sldId="334"/>
        </pc:sldMkLst>
        <pc:spChg chg="mod">
          <ac:chgData name="SHRADHA GUTTEDAR" userId="8e9b0cfb86a17e2a" providerId="LiveId" clId="{1A7703B3-F2A5-4576-A1DD-C1AF0FD9BC5F}" dt="2022-07-27T06:34:11.152" v="1153" actId="1076"/>
          <ac:spMkLst>
            <pc:docMk/>
            <pc:sldMk cId="1838168175" sldId="334"/>
            <ac:spMk id="2" creationId="{D46C9EE9-2DF1-5FC0-94D6-EDE6D18575CC}"/>
          </ac:spMkLst>
        </pc:spChg>
        <pc:picChg chg="mod">
          <ac:chgData name="SHRADHA GUTTEDAR" userId="8e9b0cfb86a17e2a" providerId="LiveId" clId="{1A7703B3-F2A5-4576-A1DD-C1AF0FD9BC5F}" dt="2022-07-27T06:34:13.331" v="1154" actId="1076"/>
          <ac:picMkLst>
            <pc:docMk/>
            <pc:sldMk cId="1838168175" sldId="334"/>
            <ac:picMk id="5" creationId="{40705BFF-8C03-FD65-CB31-F1C9623496C6}"/>
          </ac:picMkLst>
        </pc:picChg>
      </pc:sldChg>
      <pc:sldChg chg="modSp mod">
        <pc:chgData name="SHRADHA GUTTEDAR" userId="8e9b0cfb86a17e2a" providerId="LiveId" clId="{1A7703B3-F2A5-4576-A1DD-C1AF0FD9BC5F}" dt="2022-07-27T06:40:00.630" v="1204" actId="14100"/>
        <pc:sldMkLst>
          <pc:docMk/>
          <pc:sldMk cId="1801807002" sldId="335"/>
        </pc:sldMkLst>
        <pc:spChg chg="mod">
          <ac:chgData name="SHRADHA GUTTEDAR" userId="8e9b0cfb86a17e2a" providerId="LiveId" clId="{1A7703B3-F2A5-4576-A1DD-C1AF0FD9BC5F}" dt="2022-07-27T06:39:39.814" v="1196" actId="255"/>
          <ac:spMkLst>
            <pc:docMk/>
            <pc:sldMk cId="1801807002" sldId="335"/>
            <ac:spMk id="2" creationId="{5CA3A161-C3F5-17E3-E9BC-846C5377C730}"/>
          </ac:spMkLst>
        </pc:spChg>
        <pc:picChg chg="mod">
          <ac:chgData name="SHRADHA GUTTEDAR" userId="8e9b0cfb86a17e2a" providerId="LiveId" clId="{1A7703B3-F2A5-4576-A1DD-C1AF0FD9BC5F}" dt="2022-07-27T06:38:59.413" v="1192" actId="14100"/>
          <ac:picMkLst>
            <pc:docMk/>
            <pc:sldMk cId="1801807002" sldId="335"/>
            <ac:picMk id="5" creationId="{45E460FD-06CC-819D-7DC8-A5D4667EC5C5}"/>
          </ac:picMkLst>
        </pc:picChg>
        <pc:cxnChg chg="mod">
          <ac:chgData name="SHRADHA GUTTEDAR" userId="8e9b0cfb86a17e2a" providerId="LiveId" clId="{1A7703B3-F2A5-4576-A1DD-C1AF0FD9BC5F}" dt="2022-07-27T06:40:00.630" v="1204" actId="14100"/>
          <ac:cxnSpMkLst>
            <pc:docMk/>
            <pc:sldMk cId="1801807002" sldId="335"/>
            <ac:cxnSpMk id="7" creationId="{14139984-85BD-95E9-6518-DA9F381AB3A3}"/>
          </ac:cxnSpMkLst>
        </pc:cxnChg>
      </pc:sldChg>
      <pc:sldChg chg="modSp mod">
        <pc:chgData name="SHRADHA GUTTEDAR" userId="8e9b0cfb86a17e2a" providerId="LiveId" clId="{1A7703B3-F2A5-4576-A1DD-C1AF0FD9BC5F}" dt="2022-07-27T06:42:48.834" v="1239" actId="14100"/>
        <pc:sldMkLst>
          <pc:docMk/>
          <pc:sldMk cId="2847071677" sldId="336"/>
        </pc:sldMkLst>
        <pc:spChg chg="mod">
          <ac:chgData name="SHRADHA GUTTEDAR" userId="8e9b0cfb86a17e2a" providerId="LiveId" clId="{1A7703B3-F2A5-4576-A1DD-C1AF0FD9BC5F}" dt="2022-07-27T06:42:33.464" v="1236" actId="1036"/>
          <ac:spMkLst>
            <pc:docMk/>
            <pc:sldMk cId="2847071677" sldId="336"/>
            <ac:spMk id="2" creationId="{6EA54C58-4F7C-99F0-9DFD-A7AE21F6F620}"/>
          </ac:spMkLst>
        </pc:spChg>
        <pc:picChg chg="mod">
          <ac:chgData name="SHRADHA GUTTEDAR" userId="8e9b0cfb86a17e2a" providerId="LiveId" clId="{1A7703B3-F2A5-4576-A1DD-C1AF0FD9BC5F}" dt="2022-07-27T06:42:48.834" v="1239" actId="14100"/>
          <ac:picMkLst>
            <pc:docMk/>
            <pc:sldMk cId="2847071677" sldId="336"/>
            <ac:picMk id="5" creationId="{EFC683E8-E435-3788-4A88-B83545737014}"/>
          </ac:picMkLst>
        </pc:picChg>
      </pc:sldChg>
      <pc:sldChg chg="modSp mod">
        <pc:chgData name="SHRADHA GUTTEDAR" userId="8e9b0cfb86a17e2a" providerId="LiveId" clId="{1A7703B3-F2A5-4576-A1DD-C1AF0FD9BC5F}" dt="2022-07-27T06:40:42.978" v="1212" actId="1038"/>
        <pc:sldMkLst>
          <pc:docMk/>
          <pc:sldMk cId="762516613" sldId="337"/>
        </pc:sldMkLst>
        <pc:spChg chg="mod">
          <ac:chgData name="SHRADHA GUTTEDAR" userId="8e9b0cfb86a17e2a" providerId="LiveId" clId="{1A7703B3-F2A5-4576-A1DD-C1AF0FD9BC5F}" dt="2022-07-27T06:40:23.162" v="1205" actId="255"/>
          <ac:spMkLst>
            <pc:docMk/>
            <pc:sldMk cId="762516613" sldId="337"/>
            <ac:spMk id="2" creationId="{AF181507-AC14-CA62-8AC1-3E1A8826F3F8}"/>
          </ac:spMkLst>
        </pc:spChg>
        <pc:picChg chg="mod">
          <ac:chgData name="SHRADHA GUTTEDAR" userId="8e9b0cfb86a17e2a" providerId="LiveId" clId="{1A7703B3-F2A5-4576-A1DD-C1AF0FD9BC5F}" dt="2022-07-27T06:40:42.978" v="1212" actId="1038"/>
          <ac:picMkLst>
            <pc:docMk/>
            <pc:sldMk cId="762516613" sldId="337"/>
            <ac:picMk id="5" creationId="{16B672A9-A510-0A66-4EA7-A7B738889D97}"/>
          </ac:picMkLst>
        </pc:picChg>
      </pc:sldChg>
      <pc:sldChg chg="modSp del mod">
        <pc:chgData name="SHRADHA GUTTEDAR" userId="8e9b0cfb86a17e2a" providerId="LiveId" clId="{1A7703B3-F2A5-4576-A1DD-C1AF0FD9BC5F}" dt="2022-07-27T06:47:15.081" v="1312" actId="47"/>
        <pc:sldMkLst>
          <pc:docMk/>
          <pc:sldMk cId="2343489039" sldId="338"/>
        </pc:sldMkLst>
        <pc:spChg chg="mod">
          <ac:chgData name="SHRADHA GUTTEDAR" userId="8e9b0cfb86a17e2a" providerId="LiveId" clId="{1A7703B3-F2A5-4576-A1DD-C1AF0FD9BC5F}" dt="2022-07-27T06:45:07.319" v="1264" actId="1076"/>
          <ac:spMkLst>
            <pc:docMk/>
            <pc:sldMk cId="2343489039" sldId="338"/>
            <ac:spMk id="2" creationId="{C5460BF1-BFDB-B972-4538-AEEE00BEC3AF}"/>
          </ac:spMkLst>
        </pc:spChg>
        <pc:picChg chg="mod">
          <ac:chgData name="SHRADHA GUTTEDAR" userId="8e9b0cfb86a17e2a" providerId="LiveId" clId="{1A7703B3-F2A5-4576-A1DD-C1AF0FD9BC5F}" dt="2022-07-27T06:45:26.931" v="1268" actId="14100"/>
          <ac:picMkLst>
            <pc:docMk/>
            <pc:sldMk cId="2343489039" sldId="338"/>
            <ac:picMk id="5" creationId="{526251E7-2876-69DA-B49D-F9F1DB99852A}"/>
          </ac:picMkLst>
        </pc:picChg>
      </pc:sldChg>
      <pc:sldChg chg="addSp delSp modSp del mod">
        <pc:chgData name="SHRADHA GUTTEDAR" userId="8e9b0cfb86a17e2a" providerId="LiveId" clId="{1A7703B3-F2A5-4576-A1DD-C1AF0FD9BC5F}" dt="2022-07-27T06:50:28.913" v="1345" actId="47"/>
        <pc:sldMkLst>
          <pc:docMk/>
          <pc:sldMk cId="3797918856" sldId="339"/>
        </pc:sldMkLst>
        <pc:spChg chg="mod">
          <ac:chgData name="SHRADHA GUTTEDAR" userId="8e9b0cfb86a17e2a" providerId="LiveId" clId="{1A7703B3-F2A5-4576-A1DD-C1AF0FD9BC5F}" dt="2022-07-27T05:14:24.210" v="437"/>
          <ac:spMkLst>
            <pc:docMk/>
            <pc:sldMk cId="3797918856" sldId="339"/>
            <ac:spMk id="2" creationId="{C9B5604A-A250-A196-422D-CC5D1167DE04}"/>
          </ac:spMkLst>
        </pc:spChg>
        <pc:spChg chg="add mod">
          <ac:chgData name="SHRADHA GUTTEDAR" userId="8e9b0cfb86a17e2a" providerId="LiveId" clId="{1A7703B3-F2A5-4576-A1DD-C1AF0FD9BC5F}" dt="2022-07-27T06:49:37.788" v="1339" actId="478"/>
          <ac:spMkLst>
            <pc:docMk/>
            <pc:sldMk cId="3797918856" sldId="339"/>
            <ac:spMk id="4" creationId="{9E05AB45-9531-EBD3-8266-8012F1F85362}"/>
          </ac:spMkLst>
        </pc:spChg>
        <pc:picChg chg="del mod">
          <ac:chgData name="SHRADHA GUTTEDAR" userId="8e9b0cfb86a17e2a" providerId="LiveId" clId="{1A7703B3-F2A5-4576-A1DD-C1AF0FD9BC5F}" dt="2022-07-27T06:49:37.788" v="1339" actId="478"/>
          <ac:picMkLst>
            <pc:docMk/>
            <pc:sldMk cId="3797918856" sldId="339"/>
            <ac:picMk id="5" creationId="{4D77998C-1BAD-9698-9E17-7FD1882141ED}"/>
          </ac:picMkLst>
        </pc:picChg>
      </pc:sldChg>
      <pc:sldChg chg="modSp mod">
        <pc:chgData name="SHRADHA GUTTEDAR" userId="8e9b0cfb86a17e2a" providerId="LiveId" clId="{1A7703B3-F2A5-4576-A1DD-C1AF0FD9BC5F}" dt="2022-07-27T06:51:00.493" v="1350" actId="14100"/>
        <pc:sldMkLst>
          <pc:docMk/>
          <pc:sldMk cId="1682784781" sldId="340"/>
        </pc:sldMkLst>
        <pc:spChg chg="mod">
          <ac:chgData name="SHRADHA GUTTEDAR" userId="8e9b0cfb86a17e2a" providerId="LiveId" clId="{1A7703B3-F2A5-4576-A1DD-C1AF0FD9BC5F}" dt="2022-07-27T06:51:00.493" v="1350" actId="14100"/>
          <ac:spMkLst>
            <pc:docMk/>
            <pc:sldMk cId="1682784781" sldId="340"/>
            <ac:spMk id="2" creationId="{698077BB-E98A-6637-3EA0-55D89276A224}"/>
          </ac:spMkLst>
        </pc:spChg>
        <pc:picChg chg="mod">
          <ac:chgData name="SHRADHA GUTTEDAR" userId="8e9b0cfb86a17e2a" providerId="LiveId" clId="{1A7703B3-F2A5-4576-A1DD-C1AF0FD9BC5F}" dt="2022-07-27T06:50:53.628" v="1349" actId="14100"/>
          <ac:picMkLst>
            <pc:docMk/>
            <pc:sldMk cId="1682784781" sldId="340"/>
            <ac:picMk id="5" creationId="{29E6A5A7-BB80-AA4C-E369-28B874E797A8}"/>
          </ac:picMkLst>
        </pc:picChg>
      </pc:sldChg>
      <pc:sldChg chg="modSp mod">
        <pc:chgData name="SHRADHA GUTTEDAR" userId="8e9b0cfb86a17e2a" providerId="LiveId" clId="{1A7703B3-F2A5-4576-A1DD-C1AF0FD9BC5F}" dt="2022-07-27T06:51:52.037" v="1357" actId="14100"/>
        <pc:sldMkLst>
          <pc:docMk/>
          <pc:sldMk cId="3103850245" sldId="341"/>
        </pc:sldMkLst>
        <pc:spChg chg="mod">
          <ac:chgData name="SHRADHA GUTTEDAR" userId="8e9b0cfb86a17e2a" providerId="LiveId" clId="{1A7703B3-F2A5-4576-A1DD-C1AF0FD9BC5F}" dt="2022-07-27T06:51:39.773" v="1353" actId="1076"/>
          <ac:spMkLst>
            <pc:docMk/>
            <pc:sldMk cId="3103850245" sldId="341"/>
            <ac:spMk id="2" creationId="{DFB51E14-97B3-985D-03BB-C3EA586DAD6D}"/>
          </ac:spMkLst>
        </pc:spChg>
        <pc:picChg chg="mod">
          <ac:chgData name="SHRADHA GUTTEDAR" userId="8e9b0cfb86a17e2a" providerId="LiveId" clId="{1A7703B3-F2A5-4576-A1DD-C1AF0FD9BC5F}" dt="2022-07-27T06:51:52.037" v="1357" actId="14100"/>
          <ac:picMkLst>
            <pc:docMk/>
            <pc:sldMk cId="3103850245" sldId="341"/>
            <ac:picMk id="5" creationId="{96E65421-FDC3-2B8B-9BA7-CD41DB1229C0}"/>
          </ac:picMkLst>
        </pc:picChg>
      </pc:sldChg>
      <pc:sldChg chg="modSp mod">
        <pc:chgData name="SHRADHA GUTTEDAR" userId="8e9b0cfb86a17e2a" providerId="LiveId" clId="{1A7703B3-F2A5-4576-A1DD-C1AF0FD9BC5F}" dt="2022-07-27T06:52:34.780" v="1368" actId="14100"/>
        <pc:sldMkLst>
          <pc:docMk/>
          <pc:sldMk cId="2503695826" sldId="342"/>
        </pc:sldMkLst>
        <pc:spChg chg="mod">
          <ac:chgData name="SHRADHA GUTTEDAR" userId="8e9b0cfb86a17e2a" providerId="LiveId" clId="{1A7703B3-F2A5-4576-A1DD-C1AF0FD9BC5F}" dt="2022-07-27T06:52:20.991" v="1364" actId="14100"/>
          <ac:spMkLst>
            <pc:docMk/>
            <pc:sldMk cId="2503695826" sldId="342"/>
            <ac:spMk id="2" creationId="{C5B695BC-0E73-EBD5-607D-5A627AE9D95B}"/>
          </ac:spMkLst>
        </pc:spChg>
        <pc:picChg chg="mod">
          <ac:chgData name="SHRADHA GUTTEDAR" userId="8e9b0cfb86a17e2a" providerId="LiveId" clId="{1A7703B3-F2A5-4576-A1DD-C1AF0FD9BC5F}" dt="2022-07-27T06:52:26.673" v="1366" actId="14100"/>
          <ac:picMkLst>
            <pc:docMk/>
            <pc:sldMk cId="2503695826" sldId="342"/>
            <ac:picMk id="5" creationId="{199AEE6A-80A4-AF13-D60E-C2A5F574446C}"/>
          </ac:picMkLst>
        </pc:picChg>
        <pc:picChg chg="mod">
          <ac:chgData name="SHRADHA GUTTEDAR" userId="8e9b0cfb86a17e2a" providerId="LiveId" clId="{1A7703B3-F2A5-4576-A1DD-C1AF0FD9BC5F}" dt="2022-07-27T06:52:34.780" v="1368" actId="14100"/>
          <ac:picMkLst>
            <pc:docMk/>
            <pc:sldMk cId="2503695826" sldId="342"/>
            <ac:picMk id="7" creationId="{78211673-6FE7-9C0D-378E-3442827FADD7}"/>
          </ac:picMkLst>
        </pc:picChg>
      </pc:sldChg>
      <pc:sldChg chg="modSp del mod">
        <pc:chgData name="SHRADHA GUTTEDAR" userId="8e9b0cfb86a17e2a" providerId="LiveId" clId="{1A7703B3-F2A5-4576-A1DD-C1AF0FD9BC5F}" dt="2022-07-27T06:56:12.896" v="1452" actId="47"/>
        <pc:sldMkLst>
          <pc:docMk/>
          <pc:sldMk cId="1006996012" sldId="343"/>
        </pc:sldMkLst>
        <pc:spChg chg="mod">
          <ac:chgData name="SHRADHA GUTTEDAR" userId="8e9b0cfb86a17e2a" providerId="LiveId" clId="{1A7703B3-F2A5-4576-A1DD-C1AF0FD9BC5F}" dt="2022-07-27T05:14:24.210" v="437"/>
          <ac:spMkLst>
            <pc:docMk/>
            <pc:sldMk cId="1006996012" sldId="343"/>
            <ac:spMk id="2" creationId="{D9C36549-E762-45FE-FCF0-674F0672AF73}"/>
          </ac:spMkLst>
        </pc:spChg>
        <pc:picChg chg="mod">
          <ac:chgData name="SHRADHA GUTTEDAR" userId="8e9b0cfb86a17e2a" providerId="LiveId" clId="{1A7703B3-F2A5-4576-A1DD-C1AF0FD9BC5F}" dt="2022-07-27T06:52:51.298" v="1369" actId="14100"/>
          <ac:picMkLst>
            <pc:docMk/>
            <pc:sldMk cId="1006996012" sldId="343"/>
            <ac:picMk id="5" creationId="{9DE1D4C2-E802-5328-463D-E1662B9C1878}"/>
          </ac:picMkLst>
        </pc:picChg>
      </pc:sldChg>
      <pc:sldChg chg="modSp mod">
        <pc:chgData name="SHRADHA GUTTEDAR" userId="8e9b0cfb86a17e2a" providerId="LiveId" clId="{1A7703B3-F2A5-4576-A1DD-C1AF0FD9BC5F}" dt="2022-07-27T06:58:09.253" v="1486" actId="14100"/>
        <pc:sldMkLst>
          <pc:docMk/>
          <pc:sldMk cId="1286486336" sldId="344"/>
        </pc:sldMkLst>
        <pc:spChg chg="mod">
          <ac:chgData name="SHRADHA GUTTEDAR" userId="8e9b0cfb86a17e2a" providerId="LiveId" clId="{1A7703B3-F2A5-4576-A1DD-C1AF0FD9BC5F}" dt="2022-07-27T06:57:51.762" v="1483" actId="255"/>
          <ac:spMkLst>
            <pc:docMk/>
            <pc:sldMk cId="1286486336" sldId="344"/>
            <ac:spMk id="2" creationId="{3D62FDFF-B75C-9F1C-62D4-DA1B2E110104}"/>
          </ac:spMkLst>
        </pc:spChg>
        <pc:picChg chg="mod">
          <ac:chgData name="SHRADHA GUTTEDAR" userId="8e9b0cfb86a17e2a" providerId="LiveId" clId="{1A7703B3-F2A5-4576-A1DD-C1AF0FD9BC5F}" dt="2022-07-27T06:58:09.253" v="1486" actId="14100"/>
          <ac:picMkLst>
            <pc:docMk/>
            <pc:sldMk cId="1286486336" sldId="344"/>
            <ac:picMk id="5" creationId="{23D36C8F-811F-5596-2DB0-3EFFCCE0E525}"/>
          </ac:picMkLst>
        </pc:picChg>
      </pc:sldChg>
      <pc:sldChg chg="modSp mod">
        <pc:chgData name="SHRADHA GUTTEDAR" userId="8e9b0cfb86a17e2a" providerId="LiveId" clId="{1A7703B3-F2A5-4576-A1DD-C1AF0FD9BC5F}" dt="2022-07-27T06:58:37.826" v="1489" actId="14100"/>
        <pc:sldMkLst>
          <pc:docMk/>
          <pc:sldMk cId="1523444786" sldId="345"/>
        </pc:sldMkLst>
        <pc:spChg chg="mod">
          <ac:chgData name="SHRADHA GUTTEDAR" userId="8e9b0cfb86a17e2a" providerId="LiveId" clId="{1A7703B3-F2A5-4576-A1DD-C1AF0FD9BC5F}" dt="2022-07-27T06:58:27.832" v="1487" actId="255"/>
          <ac:spMkLst>
            <pc:docMk/>
            <pc:sldMk cId="1523444786" sldId="345"/>
            <ac:spMk id="2" creationId="{72393F36-BCFD-6BFB-BF8B-395AFE6C4EDE}"/>
          </ac:spMkLst>
        </pc:spChg>
        <pc:picChg chg="mod">
          <ac:chgData name="SHRADHA GUTTEDAR" userId="8e9b0cfb86a17e2a" providerId="LiveId" clId="{1A7703B3-F2A5-4576-A1DD-C1AF0FD9BC5F}" dt="2022-07-27T05:14:24.210" v="437"/>
          <ac:picMkLst>
            <pc:docMk/>
            <pc:sldMk cId="1523444786" sldId="345"/>
            <ac:picMk id="5" creationId="{32E38357-F3AA-BF09-CC30-1B66B791F054}"/>
          </ac:picMkLst>
        </pc:picChg>
        <pc:picChg chg="mod">
          <ac:chgData name="SHRADHA GUTTEDAR" userId="8e9b0cfb86a17e2a" providerId="LiveId" clId="{1A7703B3-F2A5-4576-A1DD-C1AF0FD9BC5F}" dt="2022-07-27T06:58:37.826" v="1489" actId="14100"/>
          <ac:picMkLst>
            <pc:docMk/>
            <pc:sldMk cId="1523444786" sldId="345"/>
            <ac:picMk id="7" creationId="{33BF7D73-D219-69E8-D5D2-8ECB339F531D}"/>
          </ac:picMkLst>
        </pc:picChg>
      </pc:sldChg>
      <pc:sldChg chg="modSp mod">
        <pc:chgData name="SHRADHA GUTTEDAR" userId="8e9b0cfb86a17e2a" providerId="LiveId" clId="{1A7703B3-F2A5-4576-A1DD-C1AF0FD9BC5F}" dt="2022-07-27T06:57:05.816" v="1477" actId="20577"/>
        <pc:sldMkLst>
          <pc:docMk/>
          <pc:sldMk cId="3879536694" sldId="346"/>
        </pc:sldMkLst>
        <pc:spChg chg="mod">
          <ac:chgData name="SHRADHA GUTTEDAR" userId="8e9b0cfb86a17e2a" providerId="LiveId" clId="{1A7703B3-F2A5-4576-A1DD-C1AF0FD9BC5F}" dt="2022-07-27T06:57:05.816" v="1477" actId="20577"/>
          <ac:spMkLst>
            <pc:docMk/>
            <pc:sldMk cId="3879536694" sldId="346"/>
            <ac:spMk id="2" creationId="{C1828E38-59EA-7189-B3D1-1FB47FA7A9E8}"/>
          </ac:spMkLst>
        </pc:spChg>
        <pc:picChg chg="mod">
          <ac:chgData name="SHRADHA GUTTEDAR" userId="8e9b0cfb86a17e2a" providerId="LiveId" clId="{1A7703B3-F2A5-4576-A1DD-C1AF0FD9BC5F}" dt="2022-07-27T06:56:23.165" v="1454" actId="14100"/>
          <ac:picMkLst>
            <pc:docMk/>
            <pc:sldMk cId="3879536694" sldId="346"/>
            <ac:picMk id="5" creationId="{CA977320-C038-D08E-1C59-2589E74CAD05}"/>
          </ac:picMkLst>
        </pc:picChg>
      </pc:sldChg>
      <pc:sldChg chg="modSp mod">
        <pc:chgData name="SHRADHA GUTTEDAR" userId="8e9b0cfb86a17e2a" providerId="LiveId" clId="{1A7703B3-F2A5-4576-A1DD-C1AF0FD9BC5F}" dt="2022-07-27T06:59:05.689" v="1497" actId="2711"/>
        <pc:sldMkLst>
          <pc:docMk/>
          <pc:sldMk cId="2529290843" sldId="347"/>
        </pc:sldMkLst>
        <pc:spChg chg="mod">
          <ac:chgData name="SHRADHA GUTTEDAR" userId="8e9b0cfb86a17e2a" providerId="LiveId" clId="{1A7703B3-F2A5-4576-A1DD-C1AF0FD9BC5F}" dt="2022-07-27T06:59:05.689" v="1497" actId="2711"/>
          <ac:spMkLst>
            <pc:docMk/>
            <pc:sldMk cId="2529290843" sldId="347"/>
            <ac:spMk id="2" creationId="{80797BDC-7440-7F93-F4BD-F413AB28145C}"/>
          </ac:spMkLst>
        </pc:spChg>
        <pc:picChg chg="mod">
          <ac:chgData name="SHRADHA GUTTEDAR" userId="8e9b0cfb86a17e2a" providerId="LiveId" clId="{1A7703B3-F2A5-4576-A1DD-C1AF0FD9BC5F}" dt="2022-07-27T06:58:55.246" v="1496" actId="14100"/>
          <ac:picMkLst>
            <pc:docMk/>
            <pc:sldMk cId="2529290843" sldId="347"/>
            <ac:picMk id="5" creationId="{371B9BA9-8252-BB45-CCCA-44A6D08C8957}"/>
          </ac:picMkLst>
        </pc:picChg>
      </pc:sldChg>
      <pc:sldChg chg="modSp mod">
        <pc:chgData name="SHRADHA GUTTEDAR" userId="8e9b0cfb86a17e2a" providerId="LiveId" clId="{1A7703B3-F2A5-4576-A1DD-C1AF0FD9BC5F}" dt="2022-07-27T05:14:24.210" v="437"/>
        <pc:sldMkLst>
          <pc:docMk/>
          <pc:sldMk cId="1801458820" sldId="348"/>
        </pc:sldMkLst>
        <pc:spChg chg="mod">
          <ac:chgData name="SHRADHA GUTTEDAR" userId="8e9b0cfb86a17e2a" providerId="LiveId" clId="{1A7703B3-F2A5-4576-A1DD-C1AF0FD9BC5F}" dt="2022-07-27T05:14:24.210" v="437"/>
          <ac:spMkLst>
            <pc:docMk/>
            <pc:sldMk cId="1801458820" sldId="348"/>
            <ac:spMk id="2" creationId="{B13CD567-45BC-B126-8D44-8BF7331D0323}"/>
          </ac:spMkLst>
        </pc:spChg>
        <pc:spChg chg="mod">
          <ac:chgData name="SHRADHA GUTTEDAR" userId="8e9b0cfb86a17e2a" providerId="LiveId" clId="{1A7703B3-F2A5-4576-A1DD-C1AF0FD9BC5F}" dt="2022-07-27T05:14:24.210" v="437"/>
          <ac:spMkLst>
            <pc:docMk/>
            <pc:sldMk cId="1801458820" sldId="348"/>
            <ac:spMk id="3" creationId="{74C932DE-D7FE-44E1-4A14-4A4947C3589E}"/>
          </ac:spMkLst>
        </pc:spChg>
      </pc:sldChg>
      <pc:sldChg chg="modSp mod">
        <pc:chgData name="SHRADHA GUTTEDAR" userId="8e9b0cfb86a17e2a" providerId="LiveId" clId="{1A7703B3-F2A5-4576-A1DD-C1AF0FD9BC5F}" dt="2022-07-27T07:02:38.183" v="1504" actId="1076"/>
        <pc:sldMkLst>
          <pc:docMk/>
          <pc:sldMk cId="286785902" sldId="349"/>
        </pc:sldMkLst>
        <pc:spChg chg="mod">
          <ac:chgData name="SHRADHA GUTTEDAR" userId="8e9b0cfb86a17e2a" providerId="LiveId" clId="{1A7703B3-F2A5-4576-A1DD-C1AF0FD9BC5F}" dt="2022-07-27T05:14:24.210" v="437"/>
          <ac:spMkLst>
            <pc:docMk/>
            <pc:sldMk cId="286785902" sldId="349"/>
            <ac:spMk id="2" creationId="{EFA639FD-9759-BB26-D6D6-8D6EE637113E}"/>
          </ac:spMkLst>
        </pc:spChg>
        <pc:picChg chg="mod">
          <ac:chgData name="SHRADHA GUTTEDAR" userId="8e9b0cfb86a17e2a" providerId="LiveId" clId="{1A7703B3-F2A5-4576-A1DD-C1AF0FD9BC5F}" dt="2022-07-27T07:02:34.942" v="1503" actId="1076"/>
          <ac:picMkLst>
            <pc:docMk/>
            <pc:sldMk cId="286785902" sldId="349"/>
            <ac:picMk id="5" creationId="{E3B7800B-95A8-C724-0805-978708069AA1}"/>
          </ac:picMkLst>
        </pc:picChg>
        <pc:inkChg chg="mod">
          <ac:chgData name="SHRADHA GUTTEDAR" userId="8e9b0cfb86a17e2a" providerId="LiveId" clId="{1A7703B3-F2A5-4576-A1DD-C1AF0FD9BC5F}" dt="2022-07-27T07:02:38.183" v="1504" actId="1076"/>
          <ac:inkMkLst>
            <pc:docMk/>
            <pc:sldMk cId="286785902" sldId="349"/>
            <ac:inkMk id="4" creationId="{110FE0BD-71E9-64D3-DF0B-327A68AD1E6C}"/>
          </ac:inkMkLst>
        </pc:inkChg>
        <pc:inkChg chg="mod">
          <ac:chgData name="SHRADHA GUTTEDAR" userId="8e9b0cfb86a17e2a" providerId="LiveId" clId="{1A7703B3-F2A5-4576-A1DD-C1AF0FD9BC5F}" dt="2022-07-27T07:02:30.263" v="1502" actId="1076"/>
          <ac:inkMkLst>
            <pc:docMk/>
            <pc:sldMk cId="286785902" sldId="349"/>
            <ac:inkMk id="6" creationId="{5EFB9E05-90CC-D1F8-A028-FA59EF90BB75}"/>
          </ac:inkMkLst>
        </pc:inkChg>
      </pc:sldChg>
      <pc:sldChg chg="modSp mod">
        <pc:chgData name="SHRADHA GUTTEDAR" userId="8e9b0cfb86a17e2a" providerId="LiveId" clId="{1A7703B3-F2A5-4576-A1DD-C1AF0FD9BC5F}" dt="2022-07-27T07:02:57.181" v="1507" actId="14100"/>
        <pc:sldMkLst>
          <pc:docMk/>
          <pc:sldMk cId="2863671094" sldId="350"/>
        </pc:sldMkLst>
        <pc:spChg chg="mod">
          <ac:chgData name="SHRADHA GUTTEDAR" userId="8e9b0cfb86a17e2a" providerId="LiveId" clId="{1A7703B3-F2A5-4576-A1DD-C1AF0FD9BC5F}" dt="2022-07-27T05:14:24.210" v="437"/>
          <ac:spMkLst>
            <pc:docMk/>
            <pc:sldMk cId="2863671094" sldId="350"/>
            <ac:spMk id="2" creationId="{E2BCF506-A04F-429F-A798-E5344961A639}"/>
          </ac:spMkLst>
        </pc:spChg>
        <pc:picChg chg="mod">
          <ac:chgData name="SHRADHA GUTTEDAR" userId="8e9b0cfb86a17e2a" providerId="LiveId" clId="{1A7703B3-F2A5-4576-A1DD-C1AF0FD9BC5F}" dt="2022-07-27T07:02:57.181" v="1507" actId="14100"/>
          <ac:picMkLst>
            <pc:docMk/>
            <pc:sldMk cId="2863671094" sldId="350"/>
            <ac:picMk id="5" creationId="{67F9EE96-995F-3452-0AD9-5814E37B0497}"/>
          </ac:picMkLst>
        </pc:picChg>
      </pc:sldChg>
      <pc:sldChg chg="modSp mod">
        <pc:chgData name="SHRADHA GUTTEDAR" userId="8e9b0cfb86a17e2a" providerId="LiveId" clId="{1A7703B3-F2A5-4576-A1DD-C1AF0FD9BC5F}" dt="2022-07-27T07:03:02.107" v="1508" actId="14100"/>
        <pc:sldMkLst>
          <pc:docMk/>
          <pc:sldMk cId="3566682723" sldId="351"/>
        </pc:sldMkLst>
        <pc:spChg chg="mod">
          <ac:chgData name="SHRADHA GUTTEDAR" userId="8e9b0cfb86a17e2a" providerId="LiveId" clId="{1A7703B3-F2A5-4576-A1DD-C1AF0FD9BC5F}" dt="2022-07-27T05:14:24.210" v="437"/>
          <ac:spMkLst>
            <pc:docMk/>
            <pc:sldMk cId="3566682723" sldId="351"/>
            <ac:spMk id="2" creationId="{143D88B5-C460-9D96-3783-61B68052A54A}"/>
          </ac:spMkLst>
        </pc:spChg>
        <pc:picChg chg="mod">
          <ac:chgData name="SHRADHA GUTTEDAR" userId="8e9b0cfb86a17e2a" providerId="LiveId" clId="{1A7703B3-F2A5-4576-A1DD-C1AF0FD9BC5F}" dt="2022-07-27T05:14:24.210" v="437"/>
          <ac:picMkLst>
            <pc:docMk/>
            <pc:sldMk cId="3566682723" sldId="351"/>
            <ac:picMk id="5" creationId="{31EDA5EA-0746-DD46-A967-4525E2C9ECE6}"/>
          </ac:picMkLst>
        </pc:picChg>
        <pc:picChg chg="mod">
          <ac:chgData name="SHRADHA GUTTEDAR" userId="8e9b0cfb86a17e2a" providerId="LiveId" clId="{1A7703B3-F2A5-4576-A1DD-C1AF0FD9BC5F}" dt="2022-07-27T07:03:02.107" v="1508" actId="14100"/>
          <ac:picMkLst>
            <pc:docMk/>
            <pc:sldMk cId="3566682723" sldId="351"/>
            <ac:picMk id="7" creationId="{99E216CF-B4B8-A627-13E0-223BC9C385C7}"/>
          </ac:picMkLst>
        </pc:picChg>
      </pc:sldChg>
      <pc:sldChg chg="modSp mod">
        <pc:chgData name="SHRADHA GUTTEDAR" userId="8e9b0cfb86a17e2a" providerId="LiveId" clId="{1A7703B3-F2A5-4576-A1DD-C1AF0FD9BC5F}" dt="2022-07-27T07:05:28.123" v="1547" actId="14100"/>
        <pc:sldMkLst>
          <pc:docMk/>
          <pc:sldMk cId="1388544024" sldId="352"/>
        </pc:sldMkLst>
        <pc:spChg chg="mod">
          <ac:chgData name="SHRADHA GUTTEDAR" userId="8e9b0cfb86a17e2a" providerId="LiveId" clId="{1A7703B3-F2A5-4576-A1DD-C1AF0FD9BC5F}" dt="2022-07-27T07:05:16.907" v="1545" actId="255"/>
          <ac:spMkLst>
            <pc:docMk/>
            <pc:sldMk cId="1388544024" sldId="352"/>
            <ac:spMk id="2" creationId="{41AD6518-DF98-05A4-8BFA-697463F75F72}"/>
          </ac:spMkLst>
        </pc:spChg>
        <pc:spChg chg="mod">
          <ac:chgData name="SHRADHA GUTTEDAR" userId="8e9b0cfb86a17e2a" providerId="LiveId" clId="{1A7703B3-F2A5-4576-A1DD-C1AF0FD9BC5F}" dt="2022-07-27T05:14:24.210" v="437"/>
          <ac:spMkLst>
            <pc:docMk/>
            <pc:sldMk cId="1388544024" sldId="352"/>
            <ac:spMk id="3" creationId="{F9AAAFEA-A03A-53A3-450A-1720ED3C8978}"/>
          </ac:spMkLst>
        </pc:spChg>
        <pc:picChg chg="mod">
          <ac:chgData name="SHRADHA GUTTEDAR" userId="8e9b0cfb86a17e2a" providerId="LiveId" clId="{1A7703B3-F2A5-4576-A1DD-C1AF0FD9BC5F}" dt="2022-07-27T07:05:28.123" v="1547" actId="14100"/>
          <ac:picMkLst>
            <pc:docMk/>
            <pc:sldMk cId="1388544024" sldId="352"/>
            <ac:picMk id="5" creationId="{F5279159-BF68-FB22-2110-C18A62804055}"/>
          </ac:picMkLst>
        </pc:picChg>
      </pc:sldChg>
      <pc:sldChg chg="modSp mod">
        <pc:chgData name="SHRADHA GUTTEDAR" userId="8e9b0cfb86a17e2a" providerId="LiveId" clId="{1A7703B3-F2A5-4576-A1DD-C1AF0FD9BC5F}" dt="2022-07-27T07:07:39.117" v="1622" actId="14100"/>
        <pc:sldMkLst>
          <pc:docMk/>
          <pc:sldMk cId="2265374840" sldId="353"/>
        </pc:sldMkLst>
        <pc:spChg chg="mod">
          <ac:chgData name="SHRADHA GUTTEDAR" userId="8e9b0cfb86a17e2a" providerId="LiveId" clId="{1A7703B3-F2A5-4576-A1DD-C1AF0FD9BC5F}" dt="2022-07-27T07:07:39.117" v="1622" actId="14100"/>
          <ac:spMkLst>
            <pc:docMk/>
            <pc:sldMk cId="2265374840" sldId="353"/>
            <ac:spMk id="2" creationId="{7A38FE59-F753-261E-A3D6-BFE089738DA7}"/>
          </ac:spMkLst>
        </pc:spChg>
        <pc:spChg chg="mod">
          <ac:chgData name="SHRADHA GUTTEDAR" userId="8e9b0cfb86a17e2a" providerId="LiveId" clId="{1A7703B3-F2A5-4576-A1DD-C1AF0FD9BC5F}" dt="2022-07-27T05:14:24.210" v="437"/>
          <ac:spMkLst>
            <pc:docMk/>
            <pc:sldMk cId="2265374840" sldId="353"/>
            <ac:spMk id="3" creationId="{47AECDDF-4AF1-0137-9844-8A3240EB36B9}"/>
          </ac:spMkLst>
        </pc:spChg>
        <pc:picChg chg="mod">
          <ac:chgData name="SHRADHA GUTTEDAR" userId="8e9b0cfb86a17e2a" providerId="LiveId" clId="{1A7703B3-F2A5-4576-A1DD-C1AF0FD9BC5F}" dt="2022-07-27T07:05:42.164" v="1551" actId="14100"/>
          <ac:picMkLst>
            <pc:docMk/>
            <pc:sldMk cId="2265374840" sldId="353"/>
            <ac:picMk id="7" creationId="{A5C8E88A-E9E6-720C-A181-62AED98ED939}"/>
          </ac:picMkLst>
        </pc:picChg>
      </pc:sldChg>
      <pc:sldChg chg="modSp mod">
        <pc:chgData name="SHRADHA GUTTEDAR" userId="8e9b0cfb86a17e2a" providerId="LiveId" clId="{1A7703B3-F2A5-4576-A1DD-C1AF0FD9BC5F}" dt="2022-07-27T07:08:29.303" v="1643" actId="14100"/>
        <pc:sldMkLst>
          <pc:docMk/>
          <pc:sldMk cId="1692122784" sldId="354"/>
        </pc:sldMkLst>
        <pc:spChg chg="mod">
          <ac:chgData name="SHRADHA GUTTEDAR" userId="8e9b0cfb86a17e2a" providerId="LiveId" clId="{1A7703B3-F2A5-4576-A1DD-C1AF0FD9BC5F}" dt="2022-07-27T07:08:24.858" v="1641" actId="20577"/>
          <ac:spMkLst>
            <pc:docMk/>
            <pc:sldMk cId="1692122784" sldId="354"/>
            <ac:spMk id="2" creationId="{CBB67DB8-80AE-0670-ACC1-D58C79E7608D}"/>
          </ac:spMkLst>
        </pc:spChg>
        <pc:picChg chg="mod">
          <ac:chgData name="SHRADHA GUTTEDAR" userId="8e9b0cfb86a17e2a" providerId="LiveId" clId="{1A7703B3-F2A5-4576-A1DD-C1AF0FD9BC5F}" dt="2022-07-27T07:08:29.303" v="1643" actId="14100"/>
          <ac:picMkLst>
            <pc:docMk/>
            <pc:sldMk cId="1692122784" sldId="354"/>
            <ac:picMk id="7" creationId="{4D48BFD3-CCEF-B732-2EEE-0896D8C9DDD8}"/>
          </ac:picMkLst>
        </pc:picChg>
      </pc:sldChg>
      <pc:sldChg chg="modSp">
        <pc:chgData name="SHRADHA GUTTEDAR" userId="8e9b0cfb86a17e2a" providerId="LiveId" clId="{1A7703B3-F2A5-4576-A1DD-C1AF0FD9BC5F}" dt="2022-07-27T05:14:24.210" v="437"/>
        <pc:sldMkLst>
          <pc:docMk/>
          <pc:sldMk cId="3524144576" sldId="355"/>
        </pc:sldMkLst>
        <pc:spChg chg="mod">
          <ac:chgData name="SHRADHA GUTTEDAR" userId="8e9b0cfb86a17e2a" providerId="LiveId" clId="{1A7703B3-F2A5-4576-A1DD-C1AF0FD9BC5F}" dt="2022-07-27T05:14:24.210" v="437"/>
          <ac:spMkLst>
            <pc:docMk/>
            <pc:sldMk cId="3524144576" sldId="355"/>
            <ac:spMk id="2" creationId="{8F07FEB3-3472-B914-07E4-39BD37C23E61}"/>
          </ac:spMkLst>
        </pc:spChg>
        <pc:spChg chg="mod">
          <ac:chgData name="SHRADHA GUTTEDAR" userId="8e9b0cfb86a17e2a" providerId="LiveId" clId="{1A7703B3-F2A5-4576-A1DD-C1AF0FD9BC5F}" dt="2022-07-27T05:14:24.210" v="437"/>
          <ac:spMkLst>
            <pc:docMk/>
            <pc:sldMk cId="3524144576" sldId="355"/>
            <ac:spMk id="3" creationId="{9B9C45F4-12E2-A9A7-049D-B632C845160E}"/>
          </ac:spMkLst>
        </pc:spChg>
      </pc:sldChg>
      <pc:sldChg chg="modSp mod">
        <pc:chgData name="SHRADHA GUTTEDAR" userId="8e9b0cfb86a17e2a" providerId="LiveId" clId="{1A7703B3-F2A5-4576-A1DD-C1AF0FD9BC5F}" dt="2022-07-27T07:11:24.557" v="1683" actId="27636"/>
        <pc:sldMkLst>
          <pc:docMk/>
          <pc:sldMk cId="2498709495" sldId="356"/>
        </pc:sldMkLst>
        <pc:spChg chg="mod">
          <ac:chgData name="SHRADHA GUTTEDAR" userId="8e9b0cfb86a17e2a" providerId="LiveId" clId="{1A7703B3-F2A5-4576-A1DD-C1AF0FD9BC5F}" dt="2022-07-27T07:11:12.256" v="1681" actId="1035"/>
          <ac:spMkLst>
            <pc:docMk/>
            <pc:sldMk cId="2498709495" sldId="356"/>
            <ac:spMk id="2" creationId="{06AB8E82-5EF8-8DF7-9DE7-BAFCB58A6E42}"/>
          </ac:spMkLst>
        </pc:spChg>
        <pc:spChg chg="mod">
          <ac:chgData name="SHRADHA GUTTEDAR" userId="8e9b0cfb86a17e2a" providerId="LiveId" clId="{1A7703B3-F2A5-4576-A1DD-C1AF0FD9BC5F}" dt="2022-07-27T07:11:24.557" v="1683" actId="27636"/>
          <ac:spMkLst>
            <pc:docMk/>
            <pc:sldMk cId="2498709495" sldId="356"/>
            <ac:spMk id="3" creationId="{7C8AB507-E5BC-9545-FC79-8B2377853D31}"/>
          </ac:spMkLst>
        </pc:spChg>
      </pc:sldChg>
      <pc:sldChg chg="modSp mod">
        <pc:chgData name="SHRADHA GUTTEDAR" userId="8e9b0cfb86a17e2a" providerId="LiveId" clId="{1A7703B3-F2A5-4576-A1DD-C1AF0FD9BC5F}" dt="2022-07-27T07:11:52.756" v="1692" actId="1035"/>
        <pc:sldMkLst>
          <pc:docMk/>
          <pc:sldMk cId="1488830896" sldId="357"/>
        </pc:sldMkLst>
        <pc:spChg chg="mod">
          <ac:chgData name="SHRADHA GUTTEDAR" userId="8e9b0cfb86a17e2a" providerId="LiveId" clId="{1A7703B3-F2A5-4576-A1DD-C1AF0FD9BC5F}" dt="2022-07-27T07:11:38.142" v="1685" actId="1076"/>
          <ac:spMkLst>
            <pc:docMk/>
            <pc:sldMk cId="1488830896" sldId="357"/>
            <ac:spMk id="2" creationId="{BD3CE67D-EA13-9478-CBED-1C0CD24C246C}"/>
          </ac:spMkLst>
        </pc:spChg>
        <pc:picChg chg="mod">
          <ac:chgData name="SHRADHA GUTTEDAR" userId="8e9b0cfb86a17e2a" providerId="LiveId" clId="{1A7703B3-F2A5-4576-A1DD-C1AF0FD9BC5F}" dt="2022-07-27T07:11:52.756" v="1692" actId="1035"/>
          <ac:picMkLst>
            <pc:docMk/>
            <pc:sldMk cId="1488830896" sldId="357"/>
            <ac:picMk id="5" creationId="{0A5B144C-A6D3-FBF0-A833-056D2D88553B}"/>
          </ac:picMkLst>
        </pc:picChg>
      </pc:sldChg>
      <pc:sldChg chg="modSp mod">
        <pc:chgData name="SHRADHA GUTTEDAR" userId="8e9b0cfb86a17e2a" providerId="LiveId" clId="{1A7703B3-F2A5-4576-A1DD-C1AF0FD9BC5F}" dt="2022-07-27T05:14:24.210" v="437"/>
        <pc:sldMkLst>
          <pc:docMk/>
          <pc:sldMk cId="4120418165" sldId="358"/>
        </pc:sldMkLst>
        <pc:spChg chg="mod">
          <ac:chgData name="SHRADHA GUTTEDAR" userId="8e9b0cfb86a17e2a" providerId="LiveId" clId="{1A7703B3-F2A5-4576-A1DD-C1AF0FD9BC5F}" dt="2022-07-27T05:14:24.210" v="437"/>
          <ac:spMkLst>
            <pc:docMk/>
            <pc:sldMk cId="4120418165" sldId="358"/>
            <ac:spMk id="2" creationId="{0BDA2045-2E64-C63F-D3A7-BF43ADBDC5AA}"/>
          </ac:spMkLst>
        </pc:spChg>
      </pc:sldChg>
      <pc:sldChg chg="modSp mod">
        <pc:chgData name="SHRADHA GUTTEDAR" userId="8e9b0cfb86a17e2a" providerId="LiveId" clId="{1A7703B3-F2A5-4576-A1DD-C1AF0FD9BC5F}" dt="2022-07-27T06:16:01.277" v="956" actId="1076"/>
        <pc:sldMkLst>
          <pc:docMk/>
          <pc:sldMk cId="979262167" sldId="359"/>
        </pc:sldMkLst>
        <pc:spChg chg="mod">
          <ac:chgData name="SHRADHA GUTTEDAR" userId="8e9b0cfb86a17e2a" providerId="LiveId" clId="{1A7703B3-F2A5-4576-A1DD-C1AF0FD9BC5F}" dt="2022-07-27T06:15:37.172" v="955" actId="255"/>
          <ac:spMkLst>
            <pc:docMk/>
            <pc:sldMk cId="979262167" sldId="359"/>
            <ac:spMk id="2" creationId="{53189649-6FD9-BF25-1A20-D440D04E39FB}"/>
          </ac:spMkLst>
        </pc:spChg>
        <pc:spChg chg="mod">
          <ac:chgData name="SHRADHA GUTTEDAR" userId="8e9b0cfb86a17e2a" providerId="LiveId" clId="{1A7703B3-F2A5-4576-A1DD-C1AF0FD9BC5F}" dt="2022-07-27T06:16:01.277" v="956" actId="1076"/>
          <ac:spMkLst>
            <pc:docMk/>
            <pc:sldMk cId="979262167" sldId="359"/>
            <ac:spMk id="3" creationId="{77F79380-B98F-79DF-7B46-4226AE0FAD91}"/>
          </ac:spMkLst>
        </pc:spChg>
        <pc:picChg chg="mod">
          <ac:chgData name="SHRADHA GUTTEDAR" userId="8e9b0cfb86a17e2a" providerId="LiveId" clId="{1A7703B3-F2A5-4576-A1DD-C1AF0FD9BC5F}" dt="2022-07-27T06:14:10.304" v="942" actId="14100"/>
          <ac:picMkLst>
            <pc:docMk/>
            <pc:sldMk cId="979262167" sldId="359"/>
            <ac:picMk id="5" creationId="{D9E60F27-3010-71F4-FD11-582BB434785F}"/>
          </ac:picMkLst>
        </pc:picChg>
        <pc:inkChg chg="mod">
          <ac:chgData name="SHRADHA GUTTEDAR" userId="8e9b0cfb86a17e2a" providerId="LiveId" clId="{1A7703B3-F2A5-4576-A1DD-C1AF0FD9BC5F}" dt="2022-07-27T06:14:30.969" v="946" actId="14100"/>
          <ac:inkMkLst>
            <pc:docMk/>
            <pc:sldMk cId="979262167" sldId="359"/>
            <ac:inkMk id="8" creationId="{0A518E8C-796C-9BAC-FABB-9D6478DD3B65}"/>
          </ac:inkMkLst>
        </pc:inkChg>
      </pc:sldChg>
      <pc:sldChg chg="modSp mod">
        <pc:chgData name="SHRADHA GUTTEDAR" userId="8e9b0cfb86a17e2a" providerId="LiveId" clId="{1A7703B3-F2A5-4576-A1DD-C1AF0FD9BC5F}" dt="2022-07-27T06:16:24.567" v="960" actId="2711"/>
        <pc:sldMkLst>
          <pc:docMk/>
          <pc:sldMk cId="262054933" sldId="360"/>
        </pc:sldMkLst>
        <pc:spChg chg="mod">
          <ac:chgData name="SHRADHA GUTTEDAR" userId="8e9b0cfb86a17e2a" providerId="LiveId" clId="{1A7703B3-F2A5-4576-A1DD-C1AF0FD9BC5F}" dt="2022-07-27T06:16:24.567" v="960" actId="2711"/>
          <ac:spMkLst>
            <pc:docMk/>
            <pc:sldMk cId="262054933" sldId="360"/>
            <ac:spMk id="2" creationId="{D82B7AAC-7B50-E106-9AEE-AEABD98C50C2}"/>
          </ac:spMkLst>
        </pc:spChg>
        <pc:picChg chg="mod">
          <ac:chgData name="SHRADHA GUTTEDAR" userId="8e9b0cfb86a17e2a" providerId="LiveId" clId="{1A7703B3-F2A5-4576-A1DD-C1AF0FD9BC5F}" dt="2022-07-27T05:14:24.210" v="437"/>
          <ac:picMkLst>
            <pc:docMk/>
            <pc:sldMk cId="262054933" sldId="360"/>
            <ac:picMk id="7" creationId="{FF201D11-F496-FE46-EB0B-021279A3EBC9}"/>
          </ac:picMkLst>
        </pc:picChg>
      </pc:sldChg>
      <pc:sldChg chg="modSp mod">
        <pc:chgData name="SHRADHA GUTTEDAR" userId="8e9b0cfb86a17e2a" providerId="LiveId" clId="{1A7703B3-F2A5-4576-A1DD-C1AF0FD9BC5F}" dt="2022-07-27T06:17:42.315" v="984" actId="14100"/>
        <pc:sldMkLst>
          <pc:docMk/>
          <pc:sldMk cId="3858930172" sldId="361"/>
        </pc:sldMkLst>
        <pc:spChg chg="mod">
          <ac:chgData name="SHRADHA GUTTEDAR" userId="8e9b0cfb86a17e2a" providerId="LiveId" clId="{1A7703B3-F2A5-4576-A1DD-C1AF0FD9BC5F}" dt="2022-07-27T06:17:25.213" v="975" actId="255"/>
          <ac:spMkLst>
            <pc:docMk/>
            <pc:sldMk cId="3858930172" sldId="361"/>
            <ac:spMk id="2" creationId="{0BDA2045-2E64-C63F-D3A7-BF43ADBDC5AA}"/>
          </ac:spMkLst>
        </pc:spChg>
        <pc:picChg chg="mod">
          <ac:chgData name="SHRADHA GUTTEDAR" userId="8e9b0cfb86a17e2a" providerId="LiveId" clId="{1A7703B3-F2A5-4576-A1DD-C1AF0FD9BC5F}" dt="2022-07-27T06:17:31.922" v="981" actId="14100"/>
          <ac:picMkLst>
            <pc:docMk/>
            <pc:sldMk cId="3858930172" sldId="361"/>
            <ac:picMk id="5" creationId="{99544595-4A73-A212-1E03-745996CE9696}"/>
          </ac:picMkLst>
        </pc:picChg>
        <pc:picChg chg="mod">
          <ac:chgData name="SHRADHA GUTTEDAR" userId="8e9b0cfb86a17e2a" providerId="LiveId" clId="{1A7703B3-F2A5-4576-A1DD-C1AF0FD9BC5F}" dt="2022-07-27T06:17:42.315" v="984" actId="14100"/>
          <ac:picMkLst>
            <pc:docMk/>
            <pc:sldMk cId="3858930172" sldId="361"/>
            <ac:picMk id="9" creationId="{C84DFBFE-DD7F-B1D2-4ACF-78AE28594C3B}"/>
          </ac:picMkLst>
        </pc:picChg>
      </pc:sldChg>
      <pc:sldChg chg="modSp mod">
        <pc:chgData name="SHRADHA GUTTEDAR" userId="8e9b0cfb86a17e2a" providerId="LiveId" clId="{1A7703B3-F2A5-4576-A1DD-C1AF0FD9BC5F}" dt="2022-07-27T07:17:15.829" v="1757" actId="14100"/>
        <pc:sldMkLst>
          <pc:docMk/>
          <pc:sldMk cId="1190999692" sldId="362"/>
        </pc:sldMkLst>
        <pc:spChg chg="mod">
          <ac:chgData name="SHRADHA GUTTEDAR" userId="8e9b0cfb86a17e2a" providerId="LiveId" clId="{1A7703B3-F2A5-4576-A1DD-C1AF0FD9BC5F}" dt="2022-07-27T05:14:24.210" v="437"/>
          <ac:spMkLst>
            <pc:docMk/>
            <pc:sldMk cId="1190999692" sldId="362"/>
            <ac:spMk id="2" creationId="{FBC3631D-5C2D-A4D1-69C4-8339370F1157}"/>
          </ac:spMkLst>
        </pc:spChg>
        <pc:picChg chg="mod">
          <ac:chgData name="SHRADHA GUTTEDAR" userId="8e9b0cfb86a17e2a" providerId="LiveId" clId="{1A7703B3-F2A5-4576-A1DD-C1AF0FD9BC5F}" dt="2022-07-27T07:17:15.829" v="1757" actId="14100"/>
          <ac:picMkLst>
            <pc:docMk/>
            <pc:sldMk cId="1190999692" sldId="362"/>
            <ac:picMk id="5" creationId="{F0D893F3-427F-2529-48CC-017CEF745865}"/>
          </ac:picMkLst>
        </pc:picChg>
      </pc:sldChg>
      <pc:sldChg chg="addSp delSp modSp new mod">
        <pc:chgData name="SHRADHA GUTTEDAR" userId="8e9b0cfb86a17e2a" providerId="LiveId" clId="{1A7703B3-F2A5-4576-A1DD-C1AF0FD9BC5F}" dt="2022-07-27T05:49:49.470" v="687" actId="2711"/>
        <pc:sldMkLst>
          <pc:docMk/>
          <pc:sldMk cId="631092614" sldId="363"/>
        </pc:sldMkLst>
        <pc:spChg chg="mod">
          <ac:chgData name="SHRADHA GUTTEDAR" userId="8e9b0cfb86a17e2a" providerId="LiveId" clId="{1A7703B3-F2A5-4576-A1DD-C1AF0FD9BC5F}" dt="2022-07-27T05:49:44.670" v="686" actId="255"/>
          <ac:spMkLst>
            <pc:docMk/>
            <pc:sldMk cId="631092614" sldId="363"/>
            <ac:spMk id="2" creationId="{A7D74D28-F799-2608-803A-F0757F33D316}"/>
          </ac:spMkLst>
        </pc:spChg>
        <pc:spChg chg="mod">
          <ac:chgData name="SHRADHA GUTTEDAR" userId="8e9b0cfb86a17e2a" providerId="LiveId" clId="{1A7703B3-F2A5-4576-A1DD-C1AF0FD9BC5F}" dt="2022-07-27T05:49:49.470" v="687" actId="2711"/>
          <ac:spMkLst>
            <pc:docMk/>
            <pc:sldMk cId="631092614" sldId="363"/>
            <ac:spMk id="3" creationId="{6FEC8124-C033-1E99-0E31-6BC7FD718240}"/>
          </ac:spMkLst>
        </pc:spChg>
        <pc:graphicFrameChg chg="add del mod">
          <ac:chgData name="SHRADHA GUTTEDAR" userId="8e9b0cfb86a17e2a" providerId="LiveId" clId="{1A7703B3-F2A5-4576-A1DD-C1AF0FD9BC5F}" dt="2022-07-27T04:54:23.987" v="4" actId="478"/>
          <ac:graphicFrameMkLst>
            <pc:docMk/>
            <pc:sldMk cId="631092614" sldId="363"/>
            <ac:graphicFrameMk id="4" creationId="{6859F5FE-3789-B2C0-D3A1-10DF9E836335}"/>
          </ac:graphicFrameMkLst>
        </pc:graphicFrameChg>
      </pc:sldChg>
      <pc:sldChg chg="modSp new mod">
        <pc:chgData name="SHRADHA GUTTEDAR" userId="8e9b0cfb86a17e2a" providerId="LiveId" clId="{1A7703B3-F2A5-4576-A1DD-C1AF0FD9BC5F}" dt="2022-07-27T05:59:41.147" v="732" actId="2711"/>
        <pc:sldMkLst>
          <pc:docMk/>
          <pc:sldMk cId="4061782948" sldId="364"/>
        </pc:sldMkLst>
        <pc:spChg chg="mod">
          <ac:chgData name="SHRADHA GUTTEDAR" userId="8e9b0cfb86a17e2a" providerId="LiveId" clId="{1A7703B3-F2A5-4576-A1DD-C1AF0FD9BC5F}" dt="2022-07-27T05:50:11.369" v="691" actId="14100"/>
          <ac:spMkLst>
            <pc:docMk/>
            <pc:sldMk cId="4061782948" sldId="364"/>
            <ac:spMk id="2" creationId="{0AED03AC-DAF9-C89F-E1BE-ACCF6A291AFD}"/>
          </ac:spMkLst>
        </pc:spChg>
        <pc:spChg chg="mod">
          <ac:chgData name="SHRADHA GUTTEDAR" userId="8e9b0cfb86a17e2a" providerId="LiveId" clId="{1A7703B3-F2A5-4576-A1DD-C1AF0FD9BC5F}" dt="2022-07-27T05:59:41.147" v="732" actId="2711"/>
          <ac:spMkLst>
            <pc:docMk/>
            <pc:sldMk cId="4061782948" sldId="364"/>
            <ac:spMk id="3" creationId="{C076307B-BACF-9B6A-84EA-285913DBE85E}"/>
          </ac:spMkLst>
        </pc:spChg>
      </pc:sldChg>
      <pc:sldChg chg="addSp modSp new mod">
        <pc:chgData name="SHRADHA GUTTEDAR" userId="8e9b0cfb86a17e2a" providerId="LiveId" clId="{1A7703B3-F2A5-4576-A1DD-C1AF0FD9BC5F}" dt="2022-07-27T07:18:47.360" v="1762" actId="14100"/>
        <pc:sldMkLst>
          <pc:docMk/>
          <pc:sldMk cId="1839688890" sldId="365"/>
        </pc:sldMkLst>
        <pc:spChg chg="mod">
          <ac:chgData name="SHRADHA GUTTEDAR" userId="8e9b0cfb86a17e2a" providerId="LiveId" clId="{1A7703B3-F2A5-4576-A1DD-C1AF0FD9BC5F}" dt="2022-07-27T05:29:47.170" v="662" actId="14100"/>
          <ac:spMkLst>
            <pc:docMk/>
            <pc:sldMk cId="1839688890" sldId="365"/>
            <ac:spMk id="2" creationId="{BE201385-D271-E6F3-3847-84ED16C8BF2C}"/>
          </ac:spMkLst>
        </pc:spChg>
        <pc:spChg chg="mod">
          <ac:chgData name="SHRADHA GUTTEDAR" userId="8e9b0cfb86a17e2a" providerId="LiveId" clId="{1A7703B3-F2A5-4576-A1DD-C1AF0FD9BC5F}" dt="2022-07-27T05:31:22.836" v="664" actId="14100"/>
          <ac:spMkLst>
            <pc:docMk/>
            <pc:sldMk cId="1839688890" sldId="365"/>
            <ac:spMk id="3" creationId="{AEFC8752-1A67-D6AF-983C-271E6E40985A}"/>
          </ac:spMkLst>
        </pc:spChg>
        <pc:picChg chg="add mod">
          <ac:chgData name="SHRADHA GUTTEDAR" userId="8e9b0cfb86a17e2a" providerId="LiveId" clId="{1A7703B3-F2A5-4576-A1DD-C1AF0FD9BC5F}" dt="2022-07-27T07:18:47.360" v="1762" actId="14100"/>
          <ac:picMkLst>
            <pc:docMk/>
            <pc:sldMk cId="1839688890" sldId="365"/>
            <ac:picMk id="5" creationId="{C520A687-C736-03D8-2D34-874D8688467B}"/>
          </ac:picMkLst>
        </pc:picChg>
      </pc:sldChg>
      <pc:sldChg chg="add">
        <pc:chgData name="SHRADHA GUTTEDAR" userId="8e9b0cfb86a17e2a" providerId="LiveId" clId="{1A7703B3-F2A5-4576-A1DD-C1AF0FD9BC5F}" dt="2022-07-27T05:55:45.924" v="730"/>
        <pc:sldMkLst>
          <pc:docMk/>
          <pc:sldMk cId="2150090434" sldId="366"/>
        </pc:sldMkLst>
      </pc:sldChg>
      <pc:sldChg chg="addSp delSp modSp new del mod">
        <pc:chgData name="SHRADHA GUTTEDAR" userId="8e9b0cfb86a17e2a" providerId="LiveId" clId="{1A7703B3-F2A5-4576-A1DD-C1AF0FD9BC5F}" dt="2022-07-27T05:55:36.810" v="729" actId="2696"/>
        <pc:sldMkLst>
          <pc:docMk/>
          <pc:sldMk cId="3779838079" sldId="366"/>
        </pc:sldMkLst>
        <pc:spChg chg="mod">
          <ac:chgData name="SHRADHA GUTTEDAR" userId="8e9b0cfb86a17e2a" providerId="LiveId" clId="{1A7703B3-F2A5-4576-A1DD-C1AF0FD9BC5F}" dt="2022-07-27T05:49:06.117" v="682" actId="255"/>
          <ac:spMkLst>
            <pc:docMk/>
            <pc:sldMk cId="3779838079" sldId="366"/>
            <ac:spMk id="2" creationId="{E6D379DF-2B9D-380C-865C-6E0644CA1952}"/>
          </ac:spMkLst>
        </pc:spChg>
        <pc:spChg chg="del">
          <ac:chgData name="SHRADHA GUTTEDAR" userId="8e9b0cfb86a17e2a" providerId="LiveId" clId="{1A7703B3-F2A5-4576-A1DD-C1AF0FD9BC5F}" dt="2022-07-27T05:48:36.859" v="666" actId="22"/>
          <ac:spMkLst>
            <pc:docMk/>
            <pc:sldMk cId="3779838079" sldId="366"/>
            <ac:spMk id="3" creationId="{CF534B66-F7C7-4BB3-3A24-93BE07D768A0}"/>
          </ac:spMkLst>
        </pc:spChg>
        <pc:picChg chg="add mod ord">
          <ac:chgData name="SHRADHA GUTTEDAR" userId="8e9b0cfb86a17e2a" providerId="LiveId" clId="{1A7703B3-F2A5-4576-A1DD-C1AF0FD9BC5F}" dt="2022-07-27T05:50:22.418" v="693" actId="14100"/>
          <ac:picMkLst>
            <pc:docMk/>
            <pc:sldMk cId="3779838079" sldId="366"/>
            <ac:picMk id="5" creationId="{89B0FCB2-2D19-919C-9F8F-DC8F8435B880}"/>
          </ac:picMkLst>
        </pc:picChg>
      </pc:sldChg>
      <pc:sldChg chg="addSp delSp modSp new del mod">
        <pc:chgData name="SHRADHA GUTTEDAR" userId="8e9b0cfb86a17e2a" providerId="LiveId" clId="{1A7703B3-F2A5-4576-A1DD-C1AF0FD9BC5F}" dt="2022-07-27T05:55:36.810" v="729" actId="2696"/>
        <pc:sldMkLst>
          <pc:docMk/>
          <pc:sldMk cId="1080117884" sldId="367"/>
        </pc:sldMkLst>
        <pc:spChg chg="mod">
          <ac:chgData name="SHRADHA GUTTEDAR" userId="8e9b0cfb86a17e2a" providerId="LiveId" clId="{1A7703B3-F2A5-4576-A1DD-C1AF0FD9BC5F}" dt="2022-07-27T05:51:44.665" v="719" actId="20577"/>
          <ac:spMkLst>
            <pc:docMk/>
            <pc:sldMk cId="1080117884" sldId="367"/>
            <ac:spMk id="2" creationId="{9D1811D7-891B-FAB5-0F7A-EB5C9498766E}"/>
          </ac:spMkLst>
        </pc:spChg>
        <pc:spChg chg="del">
          <ac:chgData name="SHRADHA GUTTEDAR" userId="8e9b0cfb86a17e2a" providerId="LiveId" clId="{1A7703B3-F2A5-4576-A1DD-C1AF0FD9BC5F}" dt="2022-07-27T05:51:47.293" v="720" actId="22"/>
          <ac:spMkLst>
            <pc:docMk/>
            <pc:sldMk cId="1080117884" sldId="367"/>
            <ac:spMk id="3" creationId="{3D7AEF1A-09BB-5EC2-F239-02496531FDB8}"/>
          </ac:spMkLst>
        </pc:spChg>
        <pc:picChg chg="add mod ord">
          <ac:chgData name="SHRADHA GUTTEDAR" userId="8e9b0cfb86a17e2a" providerId="LiveId" clId="{1A7703B3-F2A5-4576-A1DD-C1AF0FD9BC5F}" dt="2022-07-27T05:52:53.691" v="728" actId="1076"/>
          <ac:picMkLst>
            <pc:docMk/>
            <pc:sldMk cId="1080117884" sldId="367"/>
            <ac:picMk id="5" creationId="{A527A4EE-0583-C3E9-6B67-82539D0F8122}"/>
          </ac:picMkLst>
        </pc:picChg>
      </pc:sldChg>
      <pc:sldChg chg="modSp add mod">
        <pc:chgData name="SHRADHA GUTTEDAR" userId="8e9b0cfb86a17e2a" providerId="LiveId" clId="{1A7703B3-F2A5-4576-A1DD-C1AF0FD9BC5F}" dt="2022-07-27T06:11:20.492" v="875" actId="1037"/>
        <pc:sldMkLst>
          <pc:docMk/>
          <pc:sldMk cId="2533023890" sldId="367"/>
        </pc:sldMkLst>
        <pc:picChg chg="mod">
          <ac:chgData name="SHRADHA GUTTEDAR" userId="8e9b0cfb86a17e2a" providerId="LiveId" clId="{1A7703B3-F2A5-4576-A1DD-C1AF0FD9BC5F}" dt="2022-07-27T06:11:20.492" v="875" actId="1037"/>
          <ac:picMkLst>
            <pc:docMk/>
            <pc:sldMk cId="2533023890" sldId="367"/>
            <ac:picMk id="5" creationId="{A527A4EE-0583-C3E9-6B67-82539D0F8122}"/>
          </ac:picMkLst>
        </pc:picChg>
      </pc:sldChg>
      <pc:sldChg chg="addSp delSp modSp new mod">
        <pc:chgData name="SHRADHA GUTTEDAR" userId="8e9b0cfb86a17e2a" providerId="LiveId" clId="{1A7703B3-F2A5-4576-A1DD-C1AF0FD9BC5F}" dt="2022-07-27T06:03:49.513" v="835" actId="20577"/>
        <pc:sldMkLst>
          <pc:docMk/>
          <pc:sldMk cId="3508958797" sldId="368"/>
        </pc:sldMkLst>
        <pc:spChg chg="mod">
          <ac:chgData name="SHRADHA GUTTEDAR" userId="8e9b0cfb86a17e2a" providerId="LiveId" clId="{1A7703B3-F2A5-4576-A1DD-C1AF0FD9BC5F}" dt="2022-07-27T06:03:49.513" v="835" actId="20577"/>
          <ac:spMkLst>
            <pc:docMk/>
            <pc:sldMk cId="3508958797" sldId="368"/>
            <ac:spMk id="2" creationId="{92007FC1-F9F5-7905-06DA-D04C0958D1D2}"/>
          </ac:spMkLst>
        </pc:spChg>
        <pc:spChg chg="del">
          <ac:chgData name="SHRADHA GUTTEDAR" userId="8e9b0cfb86a17e2a" providerId="LiveId" clId="{1A7703B3-F2A5-4576-A1DD-C1AF0FD9BC5F}" dt="2022-07-27T06:02:22.717" v="734" actId="22"/>
          <ac:spMkLst>
            <pc:docMk/>
            <pc:sldMk cId="3508958797" sldId="368"/>
            <ac:spMk id="3" creationId="{8A75AA90-1ACF-1C17-D832-3226D7531685}"/>
          </ac:spMkLst>
        </pc:spChg>
        <pc:picChg chg="add mod ord">
          <ac:chgData name="SHRADHA GUTTEDAR" userId="8e9b0cfb86a17e2a" providerId="LiveId" clId="{1A7703B3-F2A5-4576-A1DD-C1AF0FD9BC5F}" dt="2022-07-27T06:02:41.220" v="738" actId="14100"/>
          <ac:picMkLst>
            <pc:docMk/>
            <pc:sldMk cId="3508958797" sldId="368"/>
            <ac:picMk id="5" creationId="{8C37D616-6CE2-EE83-7F22-59FF849E2297}"/>
          </ac:picMkLst>
        </pc:picChg>
      </pc:sldChg>
      <pc:sldChg chg="addSp delSp modSp new mod">
        <pc:chgData name="SHRADHA GUTTEDAR" userId="8e9b0cfb86a17e2a" providerId="LiveId" clId="{1A7703B3-F2A5-4576-A1DD-C1AF0FD9BC5F}" dt="2022-07-27T06:06:47.279" v="847" actId="14100"/>
        <pc:sldMkLst>
          <pc:docMk/>
          <pc:sldMk cId="998326133" sldId="369"/>
        </pc:sldMkLst>
        <pc:spChg chg="del">
          <ac:chgData name="SHRADHA GUTTEDAR" userId="8e9b0cfb86a17e2a" providerId="LiveId" clId="{1A7703B3-F2A5-4576-A1DD-C1AF0FD9BC5F}" dt="2022-07-27T06:05:11.839" v="837" actId="22"/>
          <ac:spMkLst>
            <pc:docMk/>
            <pc:sldMk cId="998326133" sldId="369"/>
            <ac:spMk id="3" creationId="{DB760DFC-167D-0BA7-F3A0-D56FA6294EA2}"/>
          </ac:spMkLst>
        </pc:spChg>
        <pc:spChg chg="add mod">
          <ac:chgData name="SHRADHA GUTTEDAR" userId="8e9b0cfb86a17e2a" providerId="LiveId" clId="{1A7703B3-F2A5-4576-A1DD-C1AF0FD9BC5F}" dt="2022-07-27T06:06:31.559" v="842" actId="478"/>
          <ac:spMkLst>
            <pc:docMk/>
            <pc:sldMk cId="998326133" sldId="369"/>
            <ac:spMk id="7" creationId="{6F59F8D5-D5E0-D325-D045-B5D442A30D31}"/>
          </ac:spMkLst>
        </pc:spChg>
        <pc:picChg chg="add del mod ord">
          <ac:chgData name="SHRADHA GUTTEDAR" userId="8e9b0cfb86a17e2a" providerId="LiveId" clId="{1A7703B3-F2A5-4576-A1DD-C1AF0FD9BC5F}" dt="2022-07-27T06:06:31.559" v="842" actId="478"/>
          <ac:picMkLst>
            <pc:docMk/>
            <pc:sldMk cId="998326133" sldId="369"/>
            <ac:picMk id="5" creationId="{08BB85A1-5084-F9B0-9500-5D5D9953C791}"/>
          </ac:picMkLst>
        </pc:picChg>
        <pc:picChg chg="add mod">
          <ac:chgData name="SHRADHA GUTTEDAR" userId="8e9b0cfb86a17e2a" providerId="LiveId" clId="{1A7703B3-F2A5-4576-A1DD-C1AF0FD9BC5F}" dt="2022-07-27T06:06:47.279" v="847" actId="14100"/>
          <ac:picMkLst>
            <pc:docMk/>
            <pc:sldMk cId="998326133" sldId="369"/>
            <ac:picMk id="9" creationId="{D992E94E-18E4-3067-2A06-74E2E74406C7}"/>
          </ac:picMkLst>
        </pc:picChg>
      </pc:sldChg>
      <pc:sldChg chg="addSp delSp modSp new mod">
        <pc:chgData name="SHRADHA GUTTEDAR" userId="8e9b0cfb86a17e2a" providerId="LiveId" clId="{1A7703B3-F2A5-4576-A1DD-C1AF0FD9BC5F}" dt="2022-07-27T06:11:06.836" v="871" actId="1038"/>
        <pc:sldMkLst>
          <pc:docMk/>
          <pc:sldMk cId="4256585863" sldId="370"/>
        </pc:sldMkLst>
        <pc:spChg chg="del">
          <ac:chgData name="SHRADHA GUTTEDAR" userId="8e9b0cfb86a17e2a" providerId="LiveId" clId="{1A7703B3-F2A5-4576-A1DD-C1AF0FD9BC5F}" dt="2022-07-27T06:08:00.079" v="849" actId="22"/>
          <ac:spMkLst>
            <pc:docMk/>
            <pc:sldMk cId="4256585863" sldId="370"/>
            <ac:spMk id="3" creationId="{2739DCB1-A118-E486-8019-D5A47AAFE2A9}"/>
          </ac:spMkLst>
        </pc:spChg>
        <pc:picChg chg="add mod ord">
          <ac:chgData name="SHRADHA GUTTEDAR" userId="8e9b0cfb86a17e2a" providerId="LiveId" clId="{1A7703B3-F2A5-4576-A1DD-C1AF0FD9BC5F}" dt="2022-07-27T06:11:06.836" v="871" actId="1038"/>
          <ac:picMkLst>
            <pc:docMk/>
            <pc:sldMk cId="4256585863" sldId="370"/>
            <ac:picMk id="5" creationId="{8760880E-90C8-5134-FD93-A56EEAE41461}"/>
          </ac:picMkLst>
        </pc:picChg>
      </pc:sldChg>
      <pc:sldChg chg="addSp delSp modSp new mod">
        <pc:chgData name="SHRADHA GUTTEDAR" userId="8e9b0cfb86a17e2a" providerId="LiveId" clId="{1A7703B3-F2A5-4576-A1DD-C1AF0FD9BC5F}" dt="2022-07-27T06:10:01.351" v="857" actId="14100"/>
        <pc:sldMkLst>
          <pc:docMk/>
          <pc:sldMk cId="695672125" sldId="371"/>
        </pc:sldMkLst>
        <pc:spChg chg="del">
          <ac:chgData name="SHRADHA GUTTEDAR" userId="8e9b0cfb86a17e2a" providerId="LiveId" clId="{1A7703B3-F2A5-4576-A1DD-C1AF0FD9BC5F}" dt="2022-07-27T06:09:51.429" v="853" actId="22"/>
          <ac:spMkLst>
            <pc:docMk/>
            <pc:sldMk cId="695672125" sldId="371"/>
            <ac:spMk id="3" creationId="{47798D73-1DA4-31E5-C923-E4F6865B0753}"/>
          </ac:spMkLst>
        </pc:spChg>
        <pc:picChg chg="add mod ord">
          <ac:chgData name="SHRADHA GUTTEDAR" userId="8e9b0cfb86a17e2a" providerId="LiveId" clId="{1A7703B3-F2A5-4576-A1DD-C1AF0FD9BC5F}" dt="2022-07-27T06:10:01.351" v="857" actId="14100"/>
          <ac:picMkLst>
            <pc:docMk/>
            <pc:sldMk cId="695672125" sldId="371"/>
            <ac:picMk id="5" creationId="{A2BB8E78-7217-2E67-F29B-E777FE146939}"/>
          </ac:picMkLst>
        </pc:picChg>
      </pc:sldChg>
      <pc:sldChg chg="addSp modSp new mod">
        <pc:chgData name="SHRADHA GUTTEDAR" userId="8e9b0cfb86a17e2a" providerId="LiveId" clId="{1A7703B3-F2A5-4576-A1DD-C1AF0FD9BC5F}" dt="2022-07-27T06:10:44.143" v="863" actId="14100"/>
        <pc:sldMkLst>
          <pc:docMk/>
          <pc:sldMk cId="3400538846" sldId="372"/>
        </pc:sldMkLst>
        <pc:picChg chg="add mod">
          <ac:chgData name="SHRADHA GUTTEDAR" userId="8e9b0cfb86a17e2a" providerId="LiveId" clId="{1A7703B3-F2A5-4576-A1DD-C1AF0FD9BC5F}" dt="2022-07-27T06:10:44.143" v="863" actId="14100"/>
          <ac:picMkLst>
            <pc:docMk/>
            <pc:sldMk cId="3400538846" sldId="372"/>
            <ac:picMk id="5" creationId="{F5E9E32F-E979-40AF-4514-D9B1BF135D5C}"/>
          </ac:picMkLst>
        </pc:picChg>
      </pc:sldChg>
      <pc:sldChg chg="addSp delSp modSp new mod">
        <pc:chgData name="SHRADHA GUTTEDAR" userId="8e9b0cfb86a17e2a" providerId="LiveId" clId="{1A7703B3-F2A5-4576-A1DD-C1AF0FD9BC5F}" dt="2022-07-27T06:30:43.760" v="1104" actId="14100"/>
        <pc:sldMkLst>
          <pc:docMk/>
          <pc:sldMk cId="4077035646" sldId="373"/>
        </pc:sldMkLst>
        <pc:spChg chg="del mod">
          <ac:chgData name="SHRADHA GUTTEDAR" userId="8e9b0cfb86a17e2a" providerId="LiveId" clId="{1A7703B3-F2A5-4576-A1DD-C1AF0FD9BC5F}" dt="2022-07-27T06:29:09.750" v="1092" actId="478"/>
          <ac:spMkLst>
            <pc:docMk/>
            <pc:sldMk cId="4077035646" sldId="373"/>
            <ac:spMk id="2" creationId="{E5C830C8-0C87-A10C-0D01-E4EF2FCDC691}"/>
          </ac:spMkLst>
        </pc:spChg>
        <pc:spChg chg="mod">
          <ac:chgData name="SHRADHA GUTTEDAR" userId="8e9b0cfb86a17e2a" providerId="LiveId" clId="{1A7703B3-F2A5-4576-A1DD-C1AF0FD9BC5F}" dt="2022-07-27T06:30:43.760" v="1104" actId="14100"/>
          <ac:spMkLst>
            <pc:docMk/>
            <pc:sldMk cId="4077035646" sldId="373"/>
            <ac:spMk id="3" creationId="{9D66724B-D4DA-4382-90FC-E5458C51B1F1}"/>
          </ac:spMkLst>
        </pc:spChg>
        <pc:spChg chg="add del mod">
          <ac:chgData name="SHRADHA GUTTEDAR" userId="8e9b0cfb86a17e2a" providerId="LiveId" clId="{1A7703B3-F2A5-4576-A1DD-C1AF0FD9BC5F}" dt="2022-07-27T06:24:14.344" v="1050" actId="22"/>
          <ac:spMkLst>
            <pc:docMk/>
            <pc:sldMk cId="4077035646" sldId="373"/>
            <ac:spMk id="5" creationId="{C6CB6EC7-5105-67FC-CF16-216F605F0959}"/>
          </ac:spMkLst>
        </pc:spChg>
        <pc:picChg chg="add mod">
          <ac:chgData name="SHRADHA GUTTEDAR" userId="8e9b0cfb86a17e2a" providerId="LiveId" clId="{1A7703B3-F2A5-4576-A1DD-C1AF0FD9BC5F}" dt="2022-07-27T06:29:29.982" v="1094" actId="1076"/>
          <ac:picMkLst>
            <pc:docMk/>
            <pc:sldMk cId="4077035646" sldId="373"/>
            <ac:picMk id="6" creationId="{BE2F3EDE-FBE9-75F0-7391-5A031F3AA831}"/>
          </ac:picMkLst>
        </pc:picChg>
      </pc:sldChg>
      <pc:sldChg chg="addSp modSp new mod">
        <pc:chgData name="SHRADHA GUTTEDAR" userId="8e9b0cfb86a17e2a" providerId="LiveId" clId="{1A7703B3-F2A5-4576-A1DD-C1AF0FD9BC5F}" dt="2022-07-27T06:37:03.304" v="1179" actId="14100"/>
        <pc:sldMkLst>
          <pc:docMk/>
          <pc:sldMk cId="1820218615" sldId="374"/>
        </pc:sldMkLst>
        <pc:spChg chg="mod">
          <ac:chgData name="SHRADHA GUTTEDAR" userId="8e9b0cfb86a17e2a" providerId="LiveId" clId="{1A7703B3-F2A5-4576-A1DD-C1AF0FD9BC5F}" dt="2022-07-27T06:35:37.425" v="1167" actId="14100"/>
          <ac:spMkLst>
            <pc:docMk/>
            <pc:sldMk cId="1820218615" sldId="374"/>
            <ac:spMk id="2" creationId="{0D2A5E0D-2673-4CEA-38EC-3E27EB88F692}"/>
          </ac:spMkLst>
        </pc:spChg>
        <pc:spChg chg="mod">
          <ac:chgData name="SHRADHA GUTTEDAR" userId="8e9b0cfb86a17e2a" providerId="LiveId" clId="{1A7703B3-F2A5-4576-A1DD-C1AF0FD9BC5F}" dt="2022-07-27T06:36:45.723" v="1176" actId="14100"/>
          <ac:spMkLst>
            <pc:docMk/>
            <pc:sldMk cId="1820218615" sldId="374"/>
            <ac:spMk id="3" creationId="{0E569876-A921-2316-3BE9-4A5E3DAAC345}"/>
          </ac:spMkLst>
        </pc:spChg>
        <pc:spChg chg="add mod">
          <ac:chgData name="SHRADHA GUTTEDAR" userId="8e9b0cfb86a17e2a" providerId="LiveId" clId="{1A7703B3-F2A5-4576-A1DD-C1AF0FD9BC5F}" dt="2022-07-27T06:36:43.514" v="1175" actId="571"/>
          <ac:spMkLst>
            <pc:docMk/>
            <pc:sldMk cId="1820218615" sldId="374"/>
            <ac:spMk id="5" creationId="{C14D8653-9D1B-56C4-A5D5-B882F28AD40B}"/>
          </ac:spMkLst>
        </pc:spChg>
        <pc:spChg chg="add mod">
          <ac:chgData name="SHRADHA GUTTEDAR" userId="8e9b0cfb86a17e2a" providerId="LiveId" clId="{1A7703B3-F2A5-4576-A1DD-C1AF0FD9BC5F}" dt="2022-07-27T06:36:43.032" v="1174" actId="571"/>
          <ac:spMkLst>
            <pc:docMk/>
            <pc:sldMk cId="1820218615" sldId="374"/>
            <ac:spMk id="7" creationId="{546CCDB9-D967-1449-FAEA-420F71C2DB06}"/>
          </ac:spMkLst>
        </pc:spChg>
        <pc:spChg chg="add mod">
          <ac:chgData name="SHRADHA GUTTEDAR" userId="8e9b0cfb86a17e2a" providerId="LiveId" clId="{1A7703B3-F2A5-4576-A1DD-C1AF0FD9BC5F}" dt="2022-07-27T06:36:43.032" v="1174" actId="571"/>
          <ac:spMkLst>
            <pc:docMk/>
            <pc:sldMk cId="1820218615" sldId="374"/>
            <ac:spMk id="9" creationId="{7907E162-9985-549D-25A0-E66CCD9DFD32}"/>
          </ac:spMkLst>
        </pc:spChg>
        <pc:picChg chg="add mod">
          <ac:chgData name="SHRADHA GUTTEDAR" userId="8e9b0cfb86a17e2a" providerId="LiveId" clId="{1A7703B3-F2A5-4576-A1DD-C1AF0FD9BC5F}" dt="2022-07-27T06:37:03.304" v="1179" actId="14100"/>
          <ac:picMkLst>
            <pc:docMk/>
            <pc:sldMk cId="1820218615" sldId="374"/>
            <ac:picMk id="4" creationId="{0651BED0-1919-9765-62A5-697B88379A22}"/>
          </ac:picMkLst>
        </pc:picChg>
        <pc:picChg chg="add mod">
          <ac:chgData name="SHRADHA GUTTEDAR" userId="8e9b0cfb86a17e2a" providerId="LiveId" clId="{1A7703B3-F2A5-4576-A1DD-C1AF0FD9BC5F}" dt="2022-07-27T06:36:43.514" v="1175" actId="571"/>
          <ac:picMkLst>
            <pc:docMk/>
            <pc:sldMk cId="1820218615" sldId="374"/>
            <ac:picMk id="6" creationId="{3C317047-8899-C659-5B28-B8A38D0D216F}"/>
          </ac:picMkLst>
        </pc:picChg>
        <pc:picChg chg="add mod">
          <ac:chgData name="SHRADHA GUTTEDAR" userId="8e9b0cfb86a17e2a" providerId="LiveId" clId="{1A7703B3-F2A5-4576-A1DD-C1AF0FD9BC5F}" dt="2022-07-27T06:36:43.032" v="1174" actId="571"/>
          <ac:picMkLst>
            <pc:docMk/>
            <pc:sldMk cId="1820218615" sldId="374"/>
            <ac:picMk id="8" creationId="{9E310EC1-4616-7189-169D-455ACE27BFDB}"/>
          </ac:picMkLst>
        </pc:picChg>
        <pc:picChg chg="add mod">
          <ac:chgData name="SHRADHA GUTTEDAR" userId="8e9b0cfb86a17e2a" providerId="LiveId" clId="{1A7703B3-F2A5-4576-A1DD-C1AF0FD9BC5F}" dt="2022-07-27T06:36:43.032" v="1174" actId="571"/>
          <ac:picMkLst>
            <pc:docMk/>
            <pc:sldMk cId="1820218615" sldId="374"/>
            <ac:picMk id="10" creationId="{317CC2A3-ECFF-2B48-94A2-40D62A05043D}"/>
          </ac:picMkLst>
        </pc:picChg>
      </pc:sldChg>
      <pc:sldChg chg="addSp delSp modSp new mod">
        <pc:chgData name="SHRADHA GUTTEDAR" userId="8e9b0cfb86a17e2a" providerId="LiveId" clId="{1A7703B3-F2A5-4576-A1DD-C1AF0FD9BC5F}" dt="2022-07-27T06:47:10.488" v="1311" actId="1038"/>
        <pc:sldMkLst>
          <pc:docMk/>
          <pc:sldMk cId="48851589" sldId="375"/>
        </pc:sldMkLst>
        <pc:spChg chg="mod">
          <ac:chgData name="SHRADHA GUTTEDAR" userId="8e9b0cfb86a17e2a" providerId="LiveId" clId="{1A7703B3-F2A5-4576-A1DD-C1AF0FD9BC5F}" dt="2022-07-27T06:46:05.815" v="1283" actId="14100"/>
          <ac:spMkLst>
            <pc:docMk/>
            <pc:sldMk cId="48851589" sldId="375"/>
            <ac:spMk id="2" creationId="{FD87E3FE-DE74-6CC1-B88F-0572147B7A28}"/>
          </ac:spMkLst>
        </pc:spChg>
        <pc:spChg chg="mod">
          <ac:chgData name="SHRADHA GUTTEDAR" userId="8e9b0cfb86a17e2a" providerId="LiveId" clId="{1A7703B3-F2A5-4576-A1DD-C1AF0FD9BC5F}" dt="2022-07-27T06:46:57.843" v="1307" actId="20577"/>
          <ac:spMkLst>
            <pc:docMk/>
            <pc:sldMk cId="48851589" sldId="375"/>
            <ac:spMk id="3" creationId="{46BA9BD8-6738-05D8-A3BD-DE372F2F03B1}"/>
          </ac:spMkLst>
        </pc:spChg>
        <pc:spChg chg="add del">
          <ac:chgData name="SHRADHA GUTTEDAR" userId="8e9b0cfb86a17e2a" providerId="LiveId" clId="{1A7703B3-F2A5-4576-A1DD-C1AF0FD9BC5F}" dt="2022-07-27T06:45:49.005" v="1271" actId="22"/>
          <ac:spMkLst>
            <pc:docMk/>
            <pc:sldMk cId="48851589" sldId="375"/>
            <ac:spMk id="5" creationId="{A084AE4F-49BE-8FCC-3F75-D3B1C580E72D}"/>
          </ac:spMkLst>
        </pc:spChg>
        <pc:picChg chg="add mod">
          <ac:chgData name="SHRADHA GUTTEDAR" userId="8e9b0cfb86a17e2a" providerId="LiveId" clId="{1A7703B3-F2A5-4576-A1DD-C1AF0FD9BC5F}" dt="2022-07-27T06:47:10.488" v="1311" actId="1038"/>
          <ac:picMkLst>
            <pc:docMk/>
            <pc:sldMk cId="48851589" sldId="375"/>
            <ac:picMk id="6" creationId="{993F90F4-7AB8-448E-F211-403F95CF8732}"/>
          </ac:picMkLst>
        </pc:picChg>
      </pc:sldChg>
      <pc:sldChg chg="addSp modSp new mod">
        <pc:chgData name="SHRADHA GUTTEDAR" userId="8e9b0cfb86a17e2a" providerId="LiveId" clId="{1A7703B3-F2A5-4576-A1DD-C1AF0FD9BC5F}" dt="2022-07-27T06:50:02.782" v="1344" actId="14100"/>
        <pc:sldMkLst>
          <pc:docMk/>
          <pc:sldMk cId="4227713492" sldId="376"/>
        </pc:sldMkLst>
        <pc:spChg chg="mod">
          <ac:chgData name="SHRADHA GUTTEDAR" userId="8e9b0cfb86a17e2a" providerId="LiveId" clId="{1A7703B3-F2A5-4576-A1DD-C1AF0FD9BC5F}" dt="2022-07-27T06:49:57.896" v="1343" actId="14100"/>
          <ac:spMkLst>
            <pc:docMk/>
            <pc:sldMk cId="4227713492" sldId="376"/>
            <ac:spMk id="2" creationId="{36628FF5-0FBF-8768-B886-512F085DA109}"/>
          </ac:spMkLst>
        </pc:spChg>
        <pc:spChg chg="mod">
          <ac:chgData name="SHRADHA GUTTEDAR" userId="8e9b0cfb86a17e2a" providerId="LiveId" clId="{1A7703B3-F2A5-4576-A1DD-C1AF0FD9BC5F}" dt="2022-07-27T06:50:02.782" v="1344" actId="14100"/>
          <ac:spMkLst>
            <pc:docMk/>
            <pc:sldMk cId="4227713492" sldId="376"/>
            <ac:spMk id="3" creationId="{E7836519-F874-1605-EFAF-746DBA434D0A}"/>
          </ac:spMkLst>
        </pc:spChg>
        <pc:picChg chg="add mod">
          <ac:chgData name="SHRADHA GUTTEDAR" userId="8e9b0cfb86a17e2a" providerId="LiveId" clId="{1A7703B3-F2A5-4576-A1DD-C1AF0FD9BC5F}" dt="2022-07-27T06:49:51.340" v="1342" actId="14100"/>
          <ac:picMkLst>
            <pc:docMk/>
            <pc:sldMk cId="4227713492" sldId="376"/>
            <ac:picMk id="4" creationId="{F36CA26C-10E5-E0A0-27A5-B3970879458B}"/>
          </ac:picMkLst>
        </pc:picChg>
      </pc:sldChg>
      <pc:sldChg chg="addSp modSp new mod">
        <pc:chgData name="SHRADHA GUTTEDAR" userId="8e9b0cfb86a17e2a" providerId="LiveId" clId="{1A7703B3-F2A5-4576-A1DD-C1AF0FD9BC5F}" dt="2022-07-27T06:56:03.457" v="1451" actId="1076"/>
        <pc:sldMkLst>
          <pc:docMk/>
          <pc:sldMk cId="3113521117" sldId="377"/>
        </pc:sldMkLst>
        <pc:spChg chg="mod">
          <ac:chgData name="SHRADHA GUTTEDAR" userId="8e9b0cfb86a17e2a" providerId="LiveId" clId="{1A7703B3-F2A5-4576-A1DD-C1AF0FD9BC5F}" dt="2022-07-27T06:55:37.381" v="1445" actId="20577"/>
          <ac:spMkLst>
            <pc:docMk/>
            <pc:sldMk cId="3113521117" sldId="377"/>
            <ac:spMk id="2" creationId="{81874EDE-04DF-61E0-C81D-2FEB556A996E}"/>
          </ac:spMkLst>
        </pc:spChg>
        <pc:spChg chg="mod">
          <ac:chgData name="SHRADHA GUTTEDAR" userId="8e9b0cfb86a17e2a" providerId="LiveId" clId="{1A7703B3-F2A5-4576-A1DD-C1AF0FD9BC5F}" dt="2022-07-27T06:55:09.309" v="1420" actId="255"/>
          <ac:spMkLst>
            <pc:docMk/>
            <pc:sldMk cId="3113521117" sldId="377"/>
            <ac:spMk id="3" creationId="{A4FE09A6-16B6-C74F-72C3-0506F0A778BA}"/>
          </ac:spMkLst>
        </pc:spChg>
        <pc:picChg chg="add mod">
          <ac:chgData name="SHRADHA GUTTEDAR" userId="8e9b0cfb86a17e2a" providerId="LiveId" clId="{1A7703B3-F2A5-4576-A1DD-C1AF0FD9BC5F}" dt="2022-07-27T06:56:03.457" v="1451" actId="1076"/>
          <ac:picMkLst>
            <pc:docMk/>
            <pc:sldMk cId="3113521117" sldId="377"/>
            <ac:picMk id="4" creationId="{D368E72E-0510-404C-075C-EF235AF495B9}"/>
          </ac:picMkLst>
        </pc:picChg>
      </pc:sldChg>
    </pc:docChg>
  </pc:docChgLst>
  <pc:docChgLst>
    <pc:chgData name="SHRADHA GUTTEDAR" userId="8e9b0cfb86a17e2a" providerId="LiveId" clId="{25004289-469E-4426-BAB6-FBDEBD79122E}"/>
    <pc:docChg chg="undo custSel addSld delSld modSld">
      <pc:chgData name="SHRADHA GUTTEDAR" userId="8e9b0cfb86a17e2a" providerId="LiveId" clId="{25004289-469E-4426-BAB6-FBDEBD79122E}" dt="2022-07-26T23:17:58.565" v="442" actId="14100"/>
      <pc:docMkLst>
        <pc:docMk/>
      </pc:docMkLst>
      <pc:sldChg chg="del">
        <pc:chgData name="SHRADHA GUTTEDAR" userId="8e9b0cfb86a17e2a" providerId="LiveId" clId="{25004289-469E-4426-BAB6-FBDEBD79122E}" dt="2022-07-26T19:23:35.203" v="3" actId="47"/>
        <pc:sldMkLst>
          <pc:docMk/>
          <pc:sldMk cId="1157657618" sldId="256"/>
        </pc:sldMkLst>
      </pc:sldChg>
      <pc:sldChg chg="delSp modSp mod">
        <pc:chgData name="SHRADHA GUTTEDAR" userId="8e9b0cfb86a17e2a" providerId="LiveId" clId="{25004289-469E-4426-BAB6-FBDEBD79122E}" dt="2022-07-26T19:56:35.476" v="388"/>
        <pc:sldMkLst>
          <pc:docMk/>
          <pc:sldMk cId="677121864" sldId="257"/>
        </pc:sldMkLst>
        <pc:spChg chg="mod">
          <ac:chgData name="SHRADHA GUTTEDAR" userId="8e9b0cfb86a17e2a" providerId="LiveId" clId="{25004289-469E-4426-BAB6-FBDEBD79122E}" dt="2022-07-26T19:56:35.476" v="388"/>
          <ac:spMkLst>
            <pc:docMk/>
            <pc:sldMk cId="677121864" sldId="257"/>
            <ac:spMk id="2" creationId="{279D0B6A-E892-2A9C-2642-F8A2150C74D8}"/>
          </ac:spMkLst>
        </pc:spChg>
        <pc:spChg chg="mod">
          <ac:chgData name="SHRADHA GUTTEDAR" userId="8e9b0cfb86a17e2a" providerId="LiveId" clId="{25004289-469E-4426-BAB6-FBDEBD79122E}" dt="2022-07-26T19:56:35.476" v="388"/>
          <ac:spMkLst>
            <pc:docMk/>
            <pc:sldMk cId="677121864" sldId="257"/>
            <ac:spMk id="3" creationId="{462EB14F-03FF-58E0-7CBC-22A0DB5BFB5C}"/>
          </ac:spMkLst>
        </pc:spChg>
        <pc:picChg chg="del">
          <ac:chgData name="SHRADHA GUTTEDAR" userId="8e9b0cfb86a17e2a" providerId="LiveId" clId="{25004289-469E-4426-BAB6-FBDEBD79122E}" dt="2022-07-26T19:46:39.573" v="291" actId="478"/>
          <ac:picMkLst>
            <pc:docMk/>
            <pc:sldMk cId="677121864" sldId="257"/>
            <ac:picMk id="4" creationId="{D06E8BEC-7F0D-C471-E201-4327FEE6EC2A}"/>
          </ac:picMkLst>
        </pc:picChg>
        <pc:picChg chg="mod">
          <ac:chgData name="SHRADHA GUTTEDAR" userId="8e9b0cfb86a17e2a" providerId="LiveId" clId="{25004289-469E-4426-BAB6-FBDEBD79122E}" dt="2022-07-26T19:47:04.279" v="300" actId="14100"/>
          <ac:picMkLst>
            <pc:docMk/>
            <pc:sldMk cId="677121864" sldId="257"/>
            <ac:picMk id="8" creationId="{7659617E-13AB-CA32-57AF-A7F956D6BE75}"/>
          </ac:picMkLst>
        </pc:picChg>
      </pc:sldChg>
      <pc:sldChg chg="del">
        <pc:chgData name="SHRADHA GUTTEDAR" userId="8e9b0cfb86a17e2a" providerId="LiveId" clId="{25004289-469E-4426-BAB6-FBDEBD79122E}" dt="2022-07-26T19:23:26.504" v="2" actId="47"/>
        <pc:sldMkLst>
          <pc:docMk/>
          <pc:sldMk cId="1178535408" sldId="258"/>
        </pc:sldMkLst>
      </pc:sldChg>
      <pc:sldChg chg="add">
        <pc:chgData name="SHRADHA GUTTEDAR" userId="8e9b0cfb86a17e2a" providerId="LiveId" clId="{25004289-469E-4426-BAB6-FBDEBD79122E}" dt="2022-07-26T19:40:34.642" v="274"/>
        <pc:sldMkLst>
          <pc:docMk/>
          <pc:sldMk cId="1118295585" sldId="259"/>
        </pc:sldMkLst>
      </pc:sldChg>
      <pc:sldChg chg="del">
        <pc:chgData name="SHRADHA GUTTEDAR" userId="8e9b0cfb86a17e2a" providerId="LiveId" clId="{25004289-469E-4426-BAB6-FBDEBD79122E}" dt="2022-07-26T19:23:26.504" v="2" actId="47"/>
        <pc:sldMkLst>
          <pc:docMk/>
          <pc:sldMk cId="1601427006" sldId="260"/>
        </pc:sldMkLst>
      </pc:sldChg>
      <pc:sldChg chg="add">
        <pc:chgData name="SHRADHA GUTTEDAR" userId="8e9b0cfb86a17e2a" providerId="LiveId" clId="{25004289-469E-4426-BAB6-FBDEBD79122E}" dt="2022-07-26T19:40:34.642" v="274"/>
        <pc:sldMkLst>
          <pc:docMk/>
          <pc:sldMk cId="4262937571" sldId="260"/>
        </pc:sldMkLst>
      </pc:sldChg>
      <pc:sldChg chg="modSp mod">
        <pc:chgData name="SHRADHA GUTTEDAR" userId="8e9b0cfb86a17e2a" providerId="LiveId" clId="{25004289-469E-4426-BAB6-FBDEBD79122E}" dt="2022-07-26T19:56:35.476" v="388"/>
        <pc:sldMkLst>
          <pc:docMk/>
          <pc:sldMk cId="1201505271" sldId="261"/>
        </pc:sldMkLst>
        <pc:spChg chg="mod">
          <ac:chgData name="SHRADHA GUTTEDAR" userId="8e9b0cfb86a17e2a" providerId="LiveId" clId="{25004289-469E-4426-BAB6-FBDEBD79122E}" dt="2022-07-26T19:56:35.476" v="388"/>
          <ac:spMkLst>
            <pc:docMk/>
            <pc:sldMk cId="1201505271" sldId="261"/>
            <ac:spMk id="2" creationId="{4CCD85E0-9688-D96F-1721-7BDBD110C65D}"/>
          </ac:spMkLst>
        </pc:spChg>
        <pc:spChg chg="mod">
          <ac:chgData name="SHRADHA GUTTEDAR" userId="8e9b0cfb86a17e2a" providerId="LiveId" clId="{25004289-469E-4426-BAB6-FBDEBD79122E}" dt="2022-07-26T19:56:35.476" v="388"/>
          <ac:spMkLst>
            <pc:docMk/>
            <pc:sldMk cId="1201505271" sldId="261"/>
            <ac:spMk id="3" creationId="{E3DF2B1A-966B-22F5-CF77-500C6BE80602}"/>
          </ac:spMkLst>
        </pc:spChg>
      </pc:sldChg>
      <pc:sldChg chg="add">
        <pc:chgData name="SHRADHA GUTTEDAR" userId="8e9b0cfb86a17e2a" providerId="LiveId" clId="{25004289-469E-4426-BAB6-FBDEBD79122E}" dt="2022-07-26T19:40:34.642" v="274"/>
        <pc:sldMkLst>
          <pc:docMk/>
          <pc:sldMk cId="2936496845" sldId="262"/>
        </pc:sldMkLst>
      </pc:sldChg>
      <pc:sldChg chg="del">
        <pc:chgData name="SHRADHA GUTTEDAR" userId="8e9b0cfb86a17e2a" providerId="LiveId" clId="{25004289-469E-4426-BAB6-FBDEBD79122E}" dt="2022-07-26T19:23:26.504" v="2" actId="47"/>
        <pc:sldMkLst>
          <pc:docMk/>
          <pc:sldMk cId="4115656925" sldId="262"/>
        </pc:sldMkLst>
      </pc:sldChg>
      <pc:sldChg chg="add">
        <pc:chgData name="SHRADHA GUTTEDAR" userId="8e9b0cfb86a17e2a" providerId="LiveId" clId="{25004289-469E-4426-BAB6-FBDEBD79122E}" dt="2022-07-26T19:40:34.642" v="274"/>
        <pc:sldMkLst>
          <pc:docMk/>
          <pc:sldMk cId="1124152262" sldId="263"/>
        </pc:sldMkLst>
      </pc:sldChg>
      <pc:sldChg chg="del">
        <pc:chgData name="SHRADHA GUTTEDAR" userId="8e9b0cfb86a17e2a" providerId="LiveId" clId="{25004289-469E-4426-BAB6-FBDEBD79122E}" dt="2022-07-26T19:23:26.504" v="2" actId="47"/>
        <pc:sldMkLst>
          <pc:docMk/>
          <pc:sldMk cId="3547176919" sldId="263"/>
        </pc:sldMkLst>
      </pc:sldChg>
      <pc:sldChg chg="add">
        <pc:chgData name="SHRADHA GUTTEDAR" userId="8e9b0cfb86a17e2a" providerId="LiveId" clId="{25004289-469E-4426-BAB6-FBDEBD79122E}" dt="2022-07-26T19:40:34.642" v="274"/>
        <pc:sldMkLst>
          <pc:docMk/>
          <pc:sldMk cId="1828304527" sldId="264"/>
        </pc:sldMkLst>
      </pc:sldChg>
      <pc:sldChg chg="del">
        <pc:chgData name="SHRADHA GUTTEDAR" userId="8e9b0cfb86a17e2a" providerId="LiveId" clId="{25004289-469E-4426-BAB6-FBDEBD79122E}" dt="2022-07-26T19:23:26.504" v="2" actId="47"/>
        <pc:sldMkLst>
          <pc:docMk/>
          <pc:sldMk cId="2781571900" sldId="264"/>
        </pc:sldMkLst>
      </pc:sldChg>
      <pc:sldChg chg="add">
        <pc:chgData name="SHRADHA GUTTEDAR" userId="8e9b0cfb86a17e2a" providerId="LiveId" clId="{25004289-469E-4426-BAB6-FBDEBD79122E}" dt="2022-07-26T19:40:34.642" v="274"/>
        <pc:sldMkLst>
          <pc:docMk/>
          <pc:sldMk cId="1780094398" sldId="265"/>
        </pc:sldMkLst>
      </pc:sldChg>
      <pc:sldChg chg="del">
        <pc:chgData name="SHRADHA GUTTEDAR" userId="8e9b0cfb86a17e2a" providerId="LiveId" clId="{25004289-469E-4426-BAB6-FBDEBD79122E}" dt="2022-07-26T19:23:26.504" v="2" actId="47"/>
        <pc:sldMkLst>
          <pc:docMk/>
          <pc:sldMk cId="3530604668" sldId="265"/>
        </pc:sldMkLst>
      </pc:sldChg>
      <pc:sldChg chg="del">
        <pc:chgData name="SHRADHA GUTTEDAR" userId="8e9b0cfb86a17e2a" providerId="LiveId" clId="{25004289-469E-4426-BAB6-FBDEBD79122E}" dt="2022-07-26T19:23:26.504" v="2" actId="47"/>
        <pc:sldMkLst>
          <pc:docMk/>
          <pc:sldMk cId="471965105" sldId="266"/>
        </pc:sldMkLst>
      </pc:sldChg>
      <pc:sldChg chg="del">
        <pc:chgData name="SHRADHA GUTTEDAR" userId="8e9b0cfb86a17e2a" providerId="LiveId" clId="{25004289-469E-4426-BAB6-FBDEBD79122E}" dt="2022-07-26T19:23:26.504" v="2" actId="47"/>
        <pc:sldMkLst>
          <pc:docMk/>
          <pc:sldMk cId="2556648986" sldId="267"/>
        </pc:sldMkLst>
      </pc:sldChg>
      <pc:sldChg chg="del">
        <pc:chgData name="SHRADHA GUTTEDAR" userId="8e9b0cfb86a17e2a" providerId="LiveId" clId="{25004289-469E-4426-BAB6-FBDEBD79122E}" dt="2022-07-26T19:23:26.504" v="2" actId="47"/>
        <pc:sldMkLst>
          <pc:docMk/>
          <pc:sldMk cId="1736901172" sldId="268"/>
        </pc:sldMkLst>
      </pc:sldChg>
      <pc:sldChg chg="del">
        <pc:chgData name="SHRADHA GUTTEDAR" userId="8e9b0cfb86a17e2a" providerId="LiveId" clId="{25004289-469E-4426-BAB6-FBDEBD79122E}" dt="2022-07-26T19:23:26.504" v="2" actId="47"/>
        <pc:sldMkLst>
          <pc:docMk/>
          <pc:sldMk cId="3658732043" sldId="269"/>
        </pc:sldMkLst>
      </pc:sldChg>
      <pc:sldChg chg="del">
        <pc:chgData name="SHRADHA GUTTEDAR" userId="8e9b0cfb86a17e2a" providerId="LiveId" clId="{25004289-469E-4426-BAB6-FBDEBD79122E}" dt="2022-07-26T19:23:26.504" v="2" actId="47"/>
        <pc:sldMkLst>
          <pc:docMk/>
          <pc:sldMk cId="1414164146" sldId="270"/>
        </pc:sldMkLst>
      </pc:sldChg>
      <pc:sldChg chg="del">
        <pc:chgData name="SHRADHA GUTTEDAR" userId="8e9b0cfb86a17e2a" providerId="LiveId" clId="{25004289-469E-4426-BAB6-FBDEBD79122E}" dt="2022-07-26T19:23:26.504" v="2" actId="47"/>
        <pc:sldMkLst>
          <pc:docMk/>
          <pc:sldMk cId="1812914594" sldId="271"/>
        </pc:sldMkLst>
      </pc:sldChg>
      <pc:sldChg chg="modSp add mod">
        <pc:chgData name="SHRADHA GUTTEDAR" userId="8e9b0cfb86a17e2a" providerId="LiveId" clId="{25004289-469E-4426-BAB6-FBDEBD79122E}" dt="2022-07-26T19:56:35.476" v="388"/>
        <pc:sldMkLst>
          <pc:docMk/>
          <pc:sldMk cId="728635998" sldId="272"/>
        </pc:sldMkLst>
        <pc:spChg chg="mod">
          <ac:chgData name="SHRADHA GUTTEDAR" userId="8e9b0cfb86a17e2a" providerId="LiveId" clId="{25004289-469E-4426-BAB6-FBDEBD79122E}" dt="2022-07-26T19:56:35.476" v="388"/>
          <ac:spMkLst>
            <pc:docMk/>
            <pc:sldMk cId="728635998" sldId="272"/>
            <ac:spMk id="2" creationId="{8FAE54BF-016B-7B9C-6518-790228826B28}"/>
          </ac:spMkLst>
        </pc:spChg>
      </pc:sldChg>
      <pc:sldChg chg="del">
        <pc:chgData name="SHRADHA GUTTEDAR" userId="8e9b0cfb86a17e2a" providerId="LiveId" clId="{25004289-469E-4426-BAB6-FBDEBD79122E}" dt="2022-07-26T19:23:26.504" v="2" actId="47"/>
        <pc:sldMkLst>
          <pc:docMk/>
          <pc:sldMk cId="2393102508" sldId="272"/>
        </pc:sldMkLst>
      </pc:sldChg>
      <pc:sldChg chg="modSp add mod">
        <pc:chgData name="SHRADHA GUTTEDAR" userId="8e9b0cfb86a17e2a" providerId="LiveId" clId="{25004289-469E-4426-BAB6-FBDEBD79122E}" dt="2022-07-26T19:56:35.476" v="388"/>
        <pc:sldMkLst>
          <pc:docMk/>
          <pc:sldMk cId="1249459535" sldId="273"/>
        </pc:sldMkLst>
        <pc:spChg chg="mod">
          <ac:chgData name="SHRADHA GUTTEDAR" userId="8e9b0cfb86a17e2a" providerId="LiveId" clId="{25004289-469E-4426-BAB6-FBDEBD79122E}" dt="2022-07-26T19:56:35.476" v="388"/>
          <ac:spMkLst>
            <pc:docMk/>
            <pc:sldMk cId="1249459535" sldId="273"/>
            <ac:spMk id="2" creationId="{DC34F203-34BD-12FB-935D-814E4DC972CF}"/>
          </ac:spMkLst>
        </pc:spChg>
      </pc:sldChg>
      <pc:sldChg chg="del">
        <pc:chgData name="SHRADHA GUTTEDAR" userId="8e9b0cfb86a17e2a" providerId="LiveId" clId="{25004289-469E-4426-BAB6-FBDEBD79122E}" dt="2022-07-26T19:23:26.504" v="2" actId="47"/>
        <pc:sldMkLst>
          <pc:docMk/>
          <pc:sldMk cId="2090230168" sldId="273"/>
        </pc:sldMkLst>
      </pc:sldChg>
      <pc:sldChg chg="del">
        <pc:chgData name="SHRADHA GUTTEDAR" userId="8e9b0cfb86a17e2a" providerId="LiveId" clId="{25004289-469E-4426-BAB6-FBDEBD79122E}" dt="2022-07-26T19:23:26.504" v="2" actId="47"/>
        <pc:sldMkLst>
          <pc:docMk/>
          <pc:sldMk cId="174714381" sldId="274"/>
        </pc:sldMkLst>
      </pc:sldChg>
      <pc:sldChg chg="modSp add mod">
        <pc:chgData name="SHRADHA GUTTEDAR" userId="8e9b0cfb86a17e2a" providerId="LiveId" clId="{25004289-469E-4426-BAB6-FBDEBD79122E}" dt="2022-07-26T19:41:05.034" v="280" actId="1076"/>
        <pc:sldMkLst>
          <pc:docMk/>
          <pc:sldMk cId="650732204" sldId="274"/>
        </pc:sldMkLst>
        <pc:spChg chg="mod">
          <ac:chgData name="SHRADHA GUTTEDAR" userId="8e9b0cfb86a17e2a" providerId="LiveId" clId="{25004289-469E-4426-BAB6-FBDEBD79122E}" dt="2022-07-26T19:41:05.034" v="280" actId="1076"/>
          <ac:spMkLst>
            <pc:docMk/>
            <pc:sldMk cId="650732204" sldId="274"/>
            <ac:spMk id="2" creationId="{EEAA3F83-A693-40B5-2DD1-830A19583540}"/>
          </ac:spMkLst>
        </pc:spChg>
      </pc:sldChg>
      <pc:sldChg chg="del">
        <pc:chgData name="SHRADHA GUTTEDAR" userId="8e9b0cfb86a17e2a" providerId="LiveId" clId="{25004289-469E-4426-BAB6-FBDEBD79122E}" dt="2022-07-26T19:23:26.504" v="2" actId="47"/>
        <pc:sldMkLst>
          <pc:docMk/>
          <pc:sldMk cId="1970479922" sldId="275"/>
        </pc:sldMkLst>
      </pc:sldChg>
      <pc:sldChg chg="del">
        <pc:chgData name="SHRADHA GUTTEDAR" userId="8e9b0cfb86a17e2a" providerId="LiveId" clId="{25004289-469E-4426-BAB6-FBDEBD79122E}" dt="2022-07-26T19:23:26.504" v="2" actId="47"/>
        <pc:sldMkLst>
          <pc:docMk/>
          <pc:sldMk cId="3459897678" sldId="276"/>
        </pc:sldMkLst>
      </pc:sldChg>
      <pc:sldChg chg="modSp del mod">
        <pc:chgData name="SHRADHA GUTTEDAR" userId="8e9b0cfb86a17e2a" providerId="LiveId" clId="{25004289-469E-4426-BAB6-FBDEBD79122E}" dt="2022-07-26T19:23:26.504" v="2" actId="47"/>
        <pc:sldMkLst>
          <pc:docMk/>
          <pc:sldMk cId="3219292036" sldId="277"/>
        </pc:sldMkLst>
        <pc:picChg chg="mod">
          <ac:chgData name="SHRADHA GUTTEDAR" userId="8e9b0cfb86a17e2a" providerId="LiveId" clId="{25004289-469E-4426-BAB6-FBDEBD79122E}" dt="2022-07-26T19:23:00.305" v="1" actId="14100"/>
          <ac:picMkLst>
            <pc:docMk/>
            <pc:sldMk cId="3219292036" sldId="277"/>
            <ac:picMk id="5" creationId="{CDD028A4-595E-C9CD-85C2-C3540E9093E9}"/>
          </ac:picMkLst>
        </pc:picChg>
      </pc:sldChg>
      <pc:sldChg chg="modSp mod">
        <pc:chgData name="SHRADHA GUTTEDAR" userId="8e9b0cfb86a17e2a" providerId="LiveId" clId="{25004289-469E-4426-BAB6-FBDEBD79122E}" dt="2022-07-26T19:56:35.476" v="388"/>
        <pc:sldMkLst>
          <pc:docMk/>
          <pc:sldMk cId="1773573005" sldId="278"/>
        </pc:sldMkLst>
        <pc:spChg chg="mod">
          <ac:chgData name="SHRADHA GUTTEDAR" userId="8e9b0cfb86a17e2a" providerId="LiveId" clId="{25004289-469E-4426-BAB6-FBDEBD79122E}" dt="2022-07-26T19:56:35.476" v="388"/>
          <ac:spMkLst>
            <pc:docMk/>
            <pc:sldMk cId="1773573005" sldId="278"/>
            <ac:spMk id="2" creationId="{55737234-A0FB-F4A8-6796-58A61671F7BA}"/>
          </ac:spMkLst>
        </pc:spChg>
        <pc:spChg chg="mod">
          <ac:chgData name="SHRADHA GUTTEDAR" userId="8e9b0cfb86a17e2a" providerId="LiveId" clId="{25004289-469E-4426-BAB6-FBDEBD79122E}" dt="2022-07-26T19:56:35.476" v="388"/>
          <ac:spMkLst>
            <pc:docMk/>
            <pc:sldMk cId="1773573005" sldId="278"/>
            <ac:spMk id="3" creationId="{109CA1B3-821C-D7E1-8D61-E262379D5B81}"/>
          </ac:spMkLst>
        </pc:spChg>
      </pc:sldChg>
      <pc:sldChg chg="del">
        <pc:chgData name="SHRADHA GUTTEDAR" userId="8e9b0cfb86a17e2a" providerId="LiveId" clId="{25004289-469E-4426-BAB6-FBDEBD79122E}" dt="2022-07-26T19:23:26.504" v="2" actId="47"/>
        <pc:sldMkLst>
          <pc:docMk/>
          <pc:sldMk cId="2118518499" sldId="279"/>
        </pc:sldMkLst>
      </pc:sldChg>
      <pc:sldChg chg="delSp modSp mod">
        <pc:chgData name="SHRADHA GUTTEDAR" userId="8e9b0cfb86a17e2a" providerId="LiveId" clId="{25004289-469E-4426-BAB6-FBDEBD79122E}" dt="2022-07-26T20:29:47.299" v="436" actId="1035"/>
        <pc:sldMkLst>
          <pc:docMk/>
          <pc:sldMk cId="1387115769" sldId="280"/>
        </pc:sldMkLst>
        <pc:spChg chg="mod">
          <ac:chgData name="SHRADHA GUTTEDAR" userId="8e9b0cfb86a17e2a" providerId="LiveId" clId="{25004289-469E-4426-BAB6-FBDEBD79122E}" dt="2022-07-26T20:29:47.299" v="436" actId="1035"/>
          <ac:spMkLst>
            <pc:docMk/>
            <pc:sldMk cId="1387115769" sldId="280"/>
            <ac:spMk id="2" creationId="{42B468E0-92F6-B5A3-7488-6524BAF10837}"/>
          </ac:spMkLst>
        </pc:spChg>
        <pc:spChg chg="mod">
          <ac:chgData name="SHRADHA GUTTEDAR" userId="8e9b0cfb86a17e2a" providerId="LiveId" clId="{25004289-469E-4426-BAB6-FBDEBD79122E}" dt="2022-07-26T19:56:58.329" v="389" actId="14100"/>
          <ac:spMkLst>
            <pc:docMk/>
            <pc:sldMk cId="1387115769" sldId="280"/>
            <ac:spMk id="3" creationId="{1D81A704-EBAF-BA2E-1823-087AE9CFB408}"/>
          </ac:spMkLst>
        </pc:spChg>
        <pc:picChg chg="del">
          <ac:chgData name="SHRADHA GUTTEDAR" userId="8e9b0cfb86a17e2a" providerId="LiveId" clId="{25004289-469E-4426-BAB6-FBDEBD79122E}" dt="2022-07-26T19:29:29.523" v="248" actId="478"/>
          <ac:picMkLst>
            <pc:docMk/>
            <pc:sldMk cId="1387115769" sldId="280"/>
            <ac:picMk id="5" creationId="{5AB34A71-4FF2-111A-F669-97CF9713A20C}"/>
          </ac:picMkLst>
        </pc:picChg>
        <pc:picChg chg="del">
          <ac:chgData name="SHRADHA GUTTEDAR" userId="8e9b0cfb86a17e2a" providerId="LiveId" clId="{25004289-469E-4426-BAB6-FBDEBD79122E}" dt="2022-07-26T19:29:27.405" v="247" actId="478"/>
          <ac:picMkLst>
            <pc:docMk/>
            <pc:sldMk cId="1387115769" sldId="280"/>
            <ac:picMk id="7" creationId="{0FE99515-EAAF-03C5-FA12-5048FDD4E7A4}"/>
          </ac:picMkLst>
        </pc:picChg>
      </pc:sldChg>
      <pc:sldChg chg="modSp">
        <pc:chgData name="SHRADHA GUTTEDAR" userId="8e9b0cfb86a17e2a" providerId="LiveId" clId="{25004289-469E-4426-BAB6-FBDEBD79122E}" dt="2022-07-26T19:56:35.476" v="388"/>
        <pc:sldMkLst>
          <pc:docMk/>
          <pc:sldMk cId="3352231996" sldId="281"/>
        </pc:sldMkLst>
        <pc:spChg chg="mod">
          <ac:chgData name="SHRADHA GUTTEDAR" userId="8e9b0cfb86a17e2a" providerId="LiveId" clId="{25004289-469E-4426-BAB6-FBDEBD79122E}" dt="2022-07-26T19:56:35.476" v="388"/>
          <ac:spMkLst>
            <pc:docMk/>
            <pc:sldMk cId="3352231996" sldId="281"/>
            <ac:spMk id="2" creationId="{B6FEC63C-AFAA-EF6F-B167-DCBDA768FC70}"/>
          </ac:spMkLst>
        </pc:spChg>
        <pc:picChg chg="mod">
          <ac:chgData name="SHRADHA GUTTEDAR" userId="8e9b0cfb86a17e2a" providerId="LiveId" clId="{25004289-469E-4426-BAB6-FBDEBD79122E}" dt="2022-07-26T19:56:35.476" v="388"/>
          <ac:picMkLst>
            <pc:docMk/>
            <pc:sldMk cId="3352231996" sldId="281"/>
            <ac:picMk id="6" creationId="{EB3C3ABB-B322-DA0E-C8B4-DAB621F06329}"/>
          </ac:picMkLst>
        </pc:picChg>
      </pc:sldChg>
      <pc:sldChg chg="modSp mod">
        <pc:chgData name="SHRADHA GUTTEDAR" userId="8e9b0cfb86a17e2a" providerId="LiveId" clId="{25004289-469E-4426-BAB6-FBDEBD79122E}" dt="2022-07-26T19:56:35.476" v="388"/>
        <pc:sldMkLst>
          <pc:docMk/>
          <pc:sldMk cId="2244131209" sldId="282"/>
        </pc:sldMkLst>
        <pc:spChg chg="mod">
          <ac:chgData name="SHRADHA GUTTEDAR" userId="8e9b0cfb86a17e2a" providerId="LiveId" clId="{25004289-469E-4426-BAB6-FBDEBD79122E}" dt="2022-07-26T19:56:35.476" v="388"/>
          <ac:spMkLst>
            <pc:docMk/>
            <pc:sldMk cId="2244131209" sldId="282"/>
            <ac:spMk id="2" creationId="{5B8A360B-DA2D-9431-DC2A-C21EB1CA51A1}"/>
          </ac:spMkLst>
        </pc:spChg>
        <pc:picChg chg="mod">
          <ac:chgData name="SHRADHA GUTTEDAR" userId="8e9b0cfb86a17e2a" providerId="LiveId" clId="{25004289-469E-4426-BAB6-FBDEBD79122E}" dt="2022-07-26T19:56:35.476" v="388"/>
          <ac:picMkLst>
            <pc:docMk/>
            <pc:sldMk cId="2244131209" sldId="282"/>
            <ac:picMk id="5" creationId="{2979E82E-4DC5-5CD1-462F-814D3109EAFE}"/>
          </ac:picMkLst>
        </pc:picChg>
      </pc:sldChg>
      <pc:sldChg chg="modSp">
        <pc:chgData name="SHRADHA GUTTEDAR" userId="8e9b0cfb86a17e2a" providerId="LiveId" clId="{25004289-469E-4426-BAB6-FBDEBD79122E}" dt="2022-07-26T19:56:35.476" v="388"/>
        <pc:sldMkLst>
          <pc:docMk/>
          <pc:sldMk cId="1503568132" sldId="283"/>
        </pc:sldMkLst>
        <pc:spChg chg="mod">
          <ac:chgData name="SHRADHA GUTTEDAR" userId="8e9b0cfb86a17e2a" providerId="LiveId" clId="{25004289-469E-4426-BAB6-FBDEBD79122E}" dt="2022-07-26T19:56:35.476" v="388"/>
          <ac:spMkLst>
            <pc:docMk/>
            <pc:sldMk cId="1503568132" sldId="283"/>
            <ac:spMk id="7" creationId="{B58B2DF0-4020-BAD7-1366-60D021A5C297}"/>
          </ac:spMkLst>
        </pc:spChg>
      </pc:sldChg>
      <pc:sldChg chg="modSp">
        <pc:chgData name="SHRADHA GUTTEDAR" userId="8e9b0cfb86a17e2a" providerId="LiveId" clId="{25004289-469E-4426-BAB6-FBDEBD79122E}" dt="2022-07-26T19:56:35.476" v="388"/>
        <pc:sldMkLst>
          <pc:docMk/>
          <pc:sldMk cId="2267712703" sldId="284"/>
        </pc:sldMkLst>
        <pc:spChg chg="mod">
          <ac:chgData name="SHRADHA GUTTEDAR" userId="8e9b0cfb86a17e2a" providerId="LiveId" clId="{25004289-469E-4426-BAB6-FBDEBD79122E}" dt="2022-07-26T19:56:35.476" v="388"/>
          <ac:spMkLst>
            <pc:docMk/>
            <pc:sldMk cId="2267712703" sldId="284"/>
            <ac:spMk id="2" creationId="{28E1DB2E-293E-B1C6-F568-E6191276179F}"/>
          </ac:spMkLst>
        </pc:spChg>
        <pc:picChg chg="mod">
          <ac:chgData name="SHRADHA GUTTEDAR" userId="8e9b0cfb86a17e2a" providerId="LiveId" clId="{25004289-469E-4426-BAB6-FBDEBD79122E}" dt="2022-07-26T19:56:35.476" v="388"/>
          <ac:picMkLst>
            <pc:docMk/>
            <pc:sldMk cId="2267712703" sldId="284"/>
            <ac:picMk id="5" creationId="{A3A30C0C-C8B2-FE5C-91D4-97DA2CDCA9F5}"/>
          </ac:picMkLst>
        </pc:picChg>
      </pc:sldChg>
      <pc:sldChg chg="del">
        <pc:chgData name="SHRADHA GUTTEDAR" userId="8e9b0cfb86a17e2a" providerId="LiveId" clId="{25004289-469E-4426-BAB6-FBDEBD79122E}" dt="2022-07-26T19:42:34.310" v="281" actId="47"/>
        <pc:sldMkLst>
          <pc:docMk/>
          <pc:sldMk cId="4073043631" sldId="285"/>
        </pc:sldMkLst>
      </pc:sldChg>
      <pc:sldChg chg="del">
        <pc:chgData name="SHRADHA GUTTEDAR" userId="8e9b0cfb86a17e2a" providerId="LiveId" clId="{25004289-469E-4426-BAB6-FBDEBD79122E}" dt="2022-07-26T19:42:34.310" v="281" actId="47"/>
        <pc:sldMkLst>
          <pc:docMk/>
          <pc:sldMk cId="3315850772" sldId="286"/>
        </pc:sldMkLst>
      </pc:sldChg>
      <pc:sldChg chg="del">
        <pc:chgData name="SHRADHA GUTTEDAR" userId="8e9b0cfb86a17e2a" providerId="LiveId" clId="{25004289-469E-4426-BAB6-FBDEBD79122E}" dt="2022-07-26T19:42:34.310" v="281" actId="47"/>
        <pc:sldMkLst>
          <pc:docMk/>
          <pc:sldMk cId="2271968312" sldId="287"/>
        </pc:sldMkLst>
      </pc:sldChg>
      <pc:sldChg chg="modSp">
        <pc:chgData name="SHRADHA GUTTEDAR" userId="8e9b0cfb86a17e2a" providerId="LiveId" clId="{25004289-469E-4426-BAB6-FBDEBD79122E}" dt="2022-07-26T19:56:35.476" v="388"/>
        <pc:sldMkLst>
          <pc:docMk/>
          <pc:sldMk cId="3910341142" sldId="288"/>
        </pc:sldMkLst>
        <pc:spChg chg="mod">
          <ac:chgData name="SHRADHA GUTTEDAR" userId="8e9b0cfb86a17e2a" providerId="LiveId" clId="{25004289-469E-4426-BAB6-FBDEBD79122E}" dt="2022-07-26T19:56:35.476" v="388"/>
          <ac:spMkLst>
            <pc:docMk/>
            <pc:sldMk cId="3910341142" sldId="288"/>
            <ac:spMk id="2" creationId="{EC4ECECD-CE8C-F80C-C025-FEC5C1192E9F}"/>
          </ac:spMkLst>
        </pc:spChg>
        <pc:picChg chg="mod">
          <ac:chgData name="SHRADHA GUTTEDAR" userId="8e9b0cfb86a17e2a" providerId="LiveId" clId="{25004289-469E-4426-BAB6-FBDEBD79122E}" dt="2022-07-26T19:56:35.476" v="388"/>
          <ac:picMkLst>
            <pc:docMk/>
            <pc:sldMk cId="3910341142" sldId="288"/>
            <ac:picMk id="9" creationId="{9B586BEC-83BA-223E-76AA-E050AECA1224}"/>
          </ac:picMkLst>
        </pc:picChg>
      </pc:sldChg>
      <pc:sldChg chg="modSp">
        <pc:chgData name="SHRADHA GUTTEDAR" userId="8e9b0cfb86a17e2a" providerId="LiveId" clId="{25004289-469E-4426-BAB6-FBDEBD79122E}" dt="2022-07-26T19:56:35.476" v="388"/>
        <pc:sldMkLst>
          <pc:docMk/>
          <pc:sldMk cId="1202345381" sldId="289"/>
        </pc:sldMkLst>
        <pc:spChg chg="mod">
          <ac:chgData name="SHRADHA GUTTEDAR" userId="8e9b0cfb86a17e2a" providerId="LiveId" clId="{25004289-469E-4426-BAB6-FBDEBD79122E}" dt="2022-07-26T19:56:35.476" v="388"/>
          <ac:spMkLst>
            <pc:docMk/>
            <pc:sldMk cId="1202345381" sldId="289"/>
            <ac:spMk id="2" creationId="{EC4ECECD-CE8C-F80C-C025-FEC5C1192E9F}"/>
          </ac:spMkLst>
        </pc:spChg>
        <pc:picChg chg="mod">
          <ac:chgData name="SHRADHA GUTTEDAR" userId="8e9b0cfb86a17e2a" providerId="LiveId" clId="{25004289-469E-4426-BAB6-FBDEBD79122E}" dt="2022-07-26T19:56:35.476" v="388"/>
          <ac:picMkLst>
            <pc:docMk/>
            <pc:sldMk cId="1202345381" sldId="289"/>
            <ac:picMk id="5" creationId="{5AB9BDC8-AE25-8807-2AC0-79485DA24195}"/>
          </ac:picMkLst>
        </pc:picChg>
      </pc:sldChg>
      <pc:sldChg chg="modSp mod">
        <pc:chgData name="SHRADHA GUTTEDAR" userId="8e9b0cfb86a17e2a" providerId="LiveId" clId="{25004289-469E-4426-BAB6-FBDEBD79122E}" dt="2022-07-26T19:56:35.476" v="388"/>
        <pc:sldMkLst>
          <pc:docMk/>
          <pc:sldMk cId="4167232707" sldId="290"/>
        </pc:sldMkLst>
        <pc:spChg chg="mod">
          <ac:chgData name="SHRADHA GUTTEDAR" userId="8e9b0cfb86a17e2a" providerId="LiveId" clId="{25004289-469E-4426-BAB6-FBDEBD79122E}" dt="2022-07-26T19:56:35.476" v="388"/>
          <ac:spMkLst>
            <pc:docMk/>
            <pc:sldMk cId="4167232707" sldId="290"/>
            <ac:spMk id="2" creationId="{0E0EA86E-E0F5-AC44-89A4-9017DAAD7133}"/>
          </ac:spMkLst>
        </pc:spChg>
        <pc:spChg chg="mod">
          <ac:chgData name="SHRADHA GUTTEDAR" userId="8e9b0cfb86a17e2a" providerId="LiveId" clId="{25004289-469E-4426-BAB6-FBDEBD79122E}" dt="2022-07-26T19:56:35.476" v="388"/>
          <ac:spMkLst>
            <pc:docMk/>
            <pc:sldMk cId="4167232707" sldId="290"/>
            <ac:spMk id="4" creationId="{CF61A30E-24DF-1CB1-C249-8011396FD334}"/>
          </ac:spMkLst>
        </pc:spChg>
      </pc:sldChg>
      <pc:sldChg chg="addSp delSp modSp mod">
        <pc:chgData name="SHRADHA GUTTEDAR" userId="8e9b0cfb86a17e2a" providerId="LiveId" clId="{25004289-469E-4426-BAB6-FBDEBD79122E}" dt="2022-07-26T20:01:32.120" v="405" actId="14100"/>
        <pc:sldMkLst>
          <pc:docMk/>
          <pc:sldMk cId="3527181941" sldId="291"/>
        </pc:sldMkLst>
        <pc:spChg chg="mod">
          <ac:chgData name="SHRADHA GUTTEDAR" userId="8e9b0cfb86a17e2a" providerId="LiveId" clId="{25004289-469E-4426-BAB6-FBDEBD79122E}" dt="2022-07-26T19:56:35.476" v="388"/>
          <ac:spMkLst>
            <pc:docMk/>
            <pc:sldMk cId="3527181941" sldId="291"/>
            <ac:spMk id="2" creationId="{71AF07D6-67FF-2909-799F-7FF6E6D8F275}"/>
          </ac:spMkLst>
        </pc:spChg>
        <pc:spChg chg="del mod">
          <ac:chgData name="SHRADHA GUTTEDAR" userId="8e9b0cfb86a17e2a" providerId="LiveId" clId="{25004289-469E-4426-BAB6-FBDEBD79122E}" dt="2022-07-26T20:00:15.715" v="391" actId="22"/>
          <ac:spMkLst>
            <pc:docMk/>
            <pc:sldMk cId="3527181941" sldId="291"/>
            <ac:spMk id="3" creationId="{AF3A057D-3E3D-8243-15F0-61DDD70BAC37}"/>
          </ac:spMkLst>
        </pc:spChg>
        <pc:picChg chg="del mod">
          <ac:chgData name="SHRADHA GUTTEDAR" userId="8e9b0cfb86a17e2a" providerId="LiveId" clId="{25004289-469E-4426-BAB6-FBDEBD79122E}" dt="2022-07-26T20:01:05.561" v="397" actId="478"/>
          <ac:picMkLst>
            <pc:docMk/>
            <pc:sldMk cId="3527181941" sldId="291"/>
            <ac:picMk id="5" creationId="{080C13D9-F9D7-4740-BD14-4A6E35E0DD74}"/>
          </ac:picMkLst>
        </pc:picChg>
        <pc:picChg chg="add mod ord">
          <ac:chgData name="SHRADHA GUTTEDAR" userId="8e9b0cfb86a17e2a" providerId="LiveId" clId="{25004289-469E-4426-BAB6-FBDEBD79122E}" dt="2022-07-26T20:01:23.273" v="402" actId="14100"/>
          <ac:picMkLst>
            <pc:docMk/>
            <pc:sldMk cId="3527181941" sldId="291"/>
            <ac:picMk id="6" creationId="{91697C85-055D-DD05-665B-1352F4D7E664}"/>
          </ac:picMkLst>
        </pc:picChg>
        <pc:picChg chg="add mod">
          <ac:chgData name="SHRADHA GUTTEDAR" userId="8e9b0cfb86a17e2a" providerId="LiveId" clId="{25004289-469E-4426-BAB6-FBDEBD79122E}" dt="2022-07-26T20:01:32.120" v="405" actId="14100"/>
          <ac:picMkLst>
            <pc:docMk/>
            <pc:sldMk cId="3527181941" sldId="291"/>
            <ac:picMk id="8" creationId="{9EDDD558-7C34-9EAF-8A05-305DCD9A4381}"/>
          </ac:picMkLst>
        </pc:picChg>
      </pc:sldChg>
      <pc:sldChg chg="modSp del mod">
        <pc:chgData name="SHRADHA GUTTEDAR" userId="8e9b0cfb86a17e2a" providerId="LiveId" clId="{25004289-469E-4426-BAB6-FBDEBD79122E}" dt="2022-07-26T20:02:26.173" v="407" actId="47"/>
        <pc:sldMkLst>
          <pc:docMk/>
          <pc:sldMk cId="4135260865" sldId="296"/>
        </pc:sldMkLst>
        <pc:spChg chg="mod">
          <ac:chgData name="SHRADHA GUTTEDAR" userId="8e9b0cfb86a17e2a" providerId="LiveId" clId="{25004289-469E-4426-BAB6-FBDEBD79122E}" dt="2022-07-26T19:56:35.476" v="388"/>
          <ac:spMkLst>
            <pc:docMk/>
            <pc:sldMk cId="4135260865" sldId="296"/>
            <ac:spMk id="2" creationId="{898C721E-1F16-DFFF-07B9-498CDCA4983C}"/>
          </ac:spMkLst>
        </pc:spChg>
      </pc:sldChg>
      <pc:sldChg chg="modSp del mod">
        <pc:chgData name="SHRADHA GUTTEDAR" userId="8e9b0cfb86a17e2a" providerId="LiveId" clId="{25004289-469E-4426-BAB6-FBDEBD79122E}" dt="2022-07-26T20:02:16.361" v="406" actId="47"/>
        <pc:sldMkLst>
          <pc:docMk/>
          <pc:sldMk cId="3788083679" sldId="297"/>
        </pc:sldMkLst>
        <pc:spChg chg="mod">
          <ac:chgData name="SHRADHA GUTTEDAR" userId="8e9b0cfb86a17e2a" providerId="LiveId" clId="{25004289-469E-4426-BAB6-FBDEBD79122E}" dt="2022-07-26T19:56:35.476" v="388"/>
          <ac:spMkLst>
            <pc:docMk/>
            <pc:sldMk cId="3788083679" sldId="297"/>
            <ac:spMk id="2" creationId="{4E6C3EC4-B8D9-B691-F793-252FA46E9362}"/>
          </ac:spMkLst>
        </pc:spChg>
      </pc:sldChg>
      <pc:sldChg chg="modSp del">
        <pc:chgData name="SHRADHA GUTTEDAR" userId="8e9b0cfb86a17e2a" providerId="LiveId" clId="{25004289-469E-4426-BAB6-FBDEBD79122E}" dt="2022-07-26T20:02:32.160" v="408" actId="47"/>
        <pc:sldMkLst>
          <pc:docMk/>
          <pc:sldMk cId="266737890" sldId="298"/>
        </pc:sldMkLst>
        <pc:spChg chg="mod">
          <ac:chgData name="SHRADHA GUTTEDAR" userId="8e9b0cfb86a17e2a" providerId="LiveId" clId="{25004289-469E-4426-BAB6-FBDEBD79122E}" dt="2022-07-26T19:56:35.476" v="388"/>
          <ac:spMkLst>
            <pc:docMk/>
            <pc:sldMk cId="266737890" sldId="298"/>
            <ac:spMk id="2" creationId="{EC919230-BF5F-4F93-B94E-3C39C7EF3A58}"/>
          </ac:spMkLst>
        </pc:spChg>
      </pc:sldChg>
      <pc:sldChg chg="modSp mod">
        <pc:chgData name="SHRADHA GUTTEDAR" userId="8e9b0cfb86a17e2a" providerId="LiveId" clId="{25004289-469E-4426-BAB6-FBDEBD79122E}" dt="2022-07-26T19:56:35.476" v="388"/>
        <pc:sldMkLst>
          <pc:docMk/>
          <pc:sldMk cId="1366829888" sldId="300"/>
        </pc:sldMkLst>
        <pc:spChg chg="mod">
          <ac:chgData name="SHRADHA GUTTEDAR" userId="8e9b0cfb86a17e2a" providerId="LiveId" clId="{25004289-469E-4426-BAB6-FBDEBD79122E}" dt="2022-07-26T19:56:35.476" v="388"/>
          <ac:spMkLst>
            <pc:docMk/>
            <pc:sldMk cId="1366829888" sldId="300"/>
            <ac:spMk id="2" creationId="{18273A06-3D0D-E75B-F2C2-9FE7B907DC67}"/>
          </ac:spMkLst>
        </pc:spChg>
        <pc:picChg chg="mod">
          <ac:chgData name="SHRADHA GUTTEDAR" userId="8e9b0cfb86a17e2a" providerId="LiveId" clId="{25004289-469E-4426-BAB6-FBDEBD79122E}" dt="2022-07-26T19:47:33.729" v="316" actId="14100"/>
          <ac:picMkLst>
            <pc:docMk/>
            <pc:sldMk cId="1366829888" sldId="300"/>
            <ac:picMk id="5" creationId="{1D2E0540-1B50-C1B5-1A0E-148898A3BE00}"/>
          </ac:picMkLst>
        </pc:picChg>
      </pc:sldChg>
      <pc:sldChg chg="modSp mod">
        <pc:chgData name="SHRADHA GUTTEDAR" userId="8e9b0cfb86a17e2a" providerId="LiveId" clId="{25004289-469E-4426-BAB6-FBDEBD79122E}" dt="2022-07-26T19:55:33.744" v="356" actId="27636"/>
        <pc:sldMkLst>
          <pc:docMk/>
          <pc:sldMk cId="2883361206" sldId="301"/>
        </pc:sldMkLst>
        <pc:spChg chg="mod">
          <ac:chgData name="SHRADHA GUTTEDAR" userId="8e9b0cfb86a17e2a" providerId="LiveId" clId="{25004289-469E-4426-BAB6-FBDEBD79122E}" dt="2022-07-26T19:55:33.744" v="356" actId="27636"/>
          <ac:spMkLst>
            <pc:docMk/>
            <pc:sldMk cId="2883361206" sldId="301"/>
            <ac:spMk id="3" creationId="{AB2B7320-79AD-78F9-4601-D9103DABE9AA}"/>
          </ac:spMkLst>
        </pc:spChg>
      </pc:sldChg>
      <pc:sldChg chg="modSp mod">
        <pc:chgData name="SHRADHA GUTTEDAR" userId="8e9b0cfb86a17e2a" providerId="LiveId" clId="{25004289-469E-4426-BAB6-FBDEBD79122E}" dt="2022-07-26T19:56:35.476" v="388"/>
        <pc:sldMkLst>
          <pc:docMk/>
          <pc:sldMk cId="1134249547" sldId="302"/>
        </pc:sldMkLst>
        <pc:spChg chg="mod">
          <ac:chgData name="SHRADHA GUTTEDAR" userId="8e9b0cfb86a17e2a" providerId="LiveId" clId="{25004289-469E-4426-BAB6-FBDEBD79122E}" dt="2022-07-26T19:56:35.476" v="388"/>
          <ac:spMkLst>
            <pc:docMk/>
            <pc:sldMk cId="1134249547" sldId="302"/>
            <ac:spMk id="2" creationId="{B112F2FF-899C-6D1F-F0A1-CA4DA237A9EC}"/>
          </ac:spMkLst>
        </pc:spChg>
        <pc:spChg chg="mod">
          <ac:chgData name="SHRADHA GUTTEDAR" userId="8e9b0cfb86a17e2a" providerId="LiveId" clId="{25004289-469E-4426-BAB6-FBDEBD79122E}" dt="2022-07-26T19:55:33.758" v="357" actId="27636"/>
          <ac:spMkLst>
            <pc:docMk/>
            <pc:sldMk cId="1134249547" sldId="302"/>
            <ac:spMk id="3" creationId="{358A0724-5049-4FD8-DD4B-866E2918A503}"/>
          </ac:spMkLst>
        </pc:spChg>
      </pc:sldChg>
      <pc:sldChg chg="modSp">
        <pc:chgData name="SHRADHA GUTTEDAR" userId="8e9b0cfb86a17e2a" providerId="LiveId" clId="{25004289-469E-4426-BAB6-FBDEBD79122E}" dt="2022-07-26T19:56:35.476" v="388"/>
        <pc:sldMkLst>
          <pc:docMk/>
          <pc:sldMk cId="3400146090" sldId="303"/>
        </pc:sldMkLst>
        <pc:spChg chg="mod">
          <ac:chgData name="SHRADHA GUTTEDAR" userId="8e9b0cfb86a17e2a" providerId="LiveId" clId="{25004289-469E-4426-BAB6-FBDEBD79122E}" dt="2022-07-26T19:56:35.476" v="388"/>
          <ac:spMkLst>
            <pc:docMk/>
            <pc:sldMk cId="3400146090" sldId="303"/>
            <ac:spMk id="2" creationId="{C7257F5D-6C78-AB0B-8273-6B89D79D5EB4}"/>
          </ac:spMkLst>
        </pc:spChg>
      </pc:sldChg>
      <pc:sldChg chg="modSp mod">
        <pc:chgData name="SHRADHA GUTTEDAR" userId="8e9b0cfb86a17e2a" providerId="LiveId" clId="{25004289-469E-4426-BAB6-FBDEBD79122E}" dt="2022-07-26T20:26:23.481" v="431" actId="14100"/>
        <pc:sldMkLst>
          <pc:docMk/>
          <pc:sldMk cId="1493297098" sldId="304"/>
        </pc:sldMkLst>
        <pc:spChg chg="mod">
          <ac:chgData name="SHRADHA GUTTEDAR" userId="8e9b0cfb86a17e2a" providerId="LiveId" clId="{25004289-469E-4426-BAB6-FBDEBD79122E}" dt="2022-07-26T19:56:35.476" v="388"/>
          <ac:spMkLst>
            <pc:docMk/>
            <pc:sldMk cId="1493297098" sldId="304"/>
            <ac:spMk id="2" creationId="{54869E8C-7DF9-DD72-01C2-AC5F9B91FA64}"/>
          </ac:spMkLst>
        </pc:spChg>
        <pc:spChg chg="mod">
          <ac:chgData name="SHRADHA GUTTEDAR" userId="8e9b0cfb86a17e2a" providerId="LiveId" clId="{25004289-469E-4426-BAB6-FBDEBD79122E}" dt="2022-07-26T19:56:35.476" v="388"/>
          <ac:spMkLst>
            <pc:docMk/>
            <pc:sldMk cId="1493297098" sldId="304"/>
            <ac:spMk id="3" creationId="{FDEC79E7-44BF-4504-6D7B-FDA747FEC6DE}"/>
          </ac:spMkLst>
        </pc:spChg>
        <pc:picChg chg="mod">
          <ac:chgData name="SHRADHA GUTTEDAR" userId="8e9b0cfb86a17e2a" providerId="LiveId" clId="{25004289-469E-4426-BAB6-FBDEBD79122E}" dt="2022-07-26T20:26:23.481" v="431" actId="14100"/>
          <ac:picMkLst>
            <pc:docMk/>
            <pc:sldMk cId="1493297098" sldId="304"/>
            <ac:picMk id="5" creationId="{C0DC816C-998C-EAD7-9B4E-BE8A85DF9B35}"/>
          </ac:picMkLst>
        </pc:picChg>
      </pc:sldChg>
      <pc:sldChg chg="modSp mod">
        <pc:chgData name="SHRADHA GUTTEDAR" userId="8e9b0cfb86a17e2a" providerId="LiveId" clId="{25004289-469E-4426-BAB6-FBDEBD79122E}" dt="2022-07-26T19:56:35.476" v="388"/>
        <pc:sldMkLst>
          <pc:docMk/>
          <pc:sldMk cId="1970246764" sldId="307"/>
        </pc:sldMkLst>
        <pc:spChg chg="mod">
          <ac:chgData name="SHRADHA GUTTEDAR" userId="8e9b0cfb86a17e2a" providerId="LiveId" clId="{25004289-469E-4426-BAB6-FBDEBD79122E}" dt="2022-07-26T19:56:35.476" v="388"/>
          <ac:spMkLst>
            <pc:docMk/>
            <pc:sldMk cId="1970246764" sldId="307"/>
            <ac:spMk id="2" creationId="{051C6DCF-DFED-478F-A51E-330766E50506}"/>
          </ac:spMkLst>
        </pc:spChg>
        <pc:picChg chg="mod">
          <ac:chgData name="SHRADHA GUTTEDAR" userId="8e9b0cfb86a17e2a" providerId="LiveId" clId="{25004289-469E-4426-BAB6-FBDEBD79122E}" dt="2022-07-26T19:56:35.476" v="388"/>
          <ac:picMkLst>
            <pc:docMk/>
            <pc:sldMk cId="1970246764" sldId="307"/>
            <ac:picMk id="5" creationId="{4F0818E2-B767-F5DD-4C88-51FD64DF5AB7}"/>
          </ac:picMkLst>
        </pc:picChg>
      </pc:sldChg>
      <pc:sldChg chg="modSp mod">
        <pc:chgData name="SHRADHA GUTTEDAR" userId="8e9b0cfb86a17e2a" providerId="LiveId" clId="{25004289-469E-4426-BAB6-FBDEBD79122E}" dt="2022-07-26T20:03:10.946" v="415" actId="20577"/>
        <pc:sldMkLst>
          <pc:docMk/>
          <pc:sldMk cId="853595499" sldId="309"/>
        </pc:sldMkLst>
        <pc:spChg chg="mod">
          <ac:chgData name="SHRADHA GUTTEDAR" userId="8e9b0cfb86a17e2a" providerId="LiveId" clId="{25004289-469E-4426-BAB6-FBDEBD79122E}" dt="2022-07-26T19:44:04.799" v="290" actId="20577"/>
          <ac:spMkLst>
            <pc:docMk/>
            <pc:sldMk cId="853595499" sldId="309"/>
            <ac:spMk id="2" creationId="{9E908D6F-57DD-6772-0B61-6D54642AF9F7}"/>
          </ac:spMkLst>
        </pc:spChg>
        <pc:spChg chg="mod">
          <ac:chgData name="SHRADHA GUTTEDAR" userId="8e9b0cfb86a17e2a" providerId="LiveId" clId="{25004289-469E-4426-BAB6-FBDEBD79122E}" dt="2022-07-26T20:03:10.946" v="415" actId="20577"/>
          <ac:spMkLst>
            <pc:docMk/>
            <pc:sldMk cId="853595499" sldId="309"/>
            <ac:spMk id="3" creationId="{AFC4C924-A47F-B1FD-D0E0-183B57D52CF1}"/>
          </ac:spMkLst>
        </pc:spChg>
      </pc:sldChg>
      <pc:sldChg chg="modSp mod">
        <pc:chgData name="SHRADHA GUTTEDAR" userId="8e9b0cfb86a17e2a" providerId="LiveId" clId="{25004289-469E-4426-BAB6-FBDEBD79122E}" dt="2022-07-26T20:05:54.688" v="417" actId="14100"/>
        <pc:sldMkLst>
          <pc:docMk/>
          <pc:sldMk cId="1109084898" sldId="311"/>
        </pc:sldMkLst>
        <pc:spChg chg="mod">
          <ac:chgData name="SHRADHA GUTTEDAR" userId="8e9b0cfb86a17e2a" providerId="LiveId" clId="{25004289-469E-4426-BAB6-FBDEBD79122E}" dt="2022-07-26T19:56:35.476" v="388"/>
          <ac:spMkLst>
            <pc:docMk/>
            <pc:sldMk cId="1109084898" sldId="311"/>
            <ac:spMk id="2" creationId="{CF33AF30-B8FF-E1E7-9714-F0EDCEF18AE8}"/>
          </ac:spMkLst>
        </pc:spChg>
        <pc:picChg chg="mod">
          <ac:chgData name="SHRADHA GUTTEDAR" userId="8e9b0cfb86a17e2a" providerId="LiveId" clId="{25004289-469E-4426-BAB6-FBDEBD79122E}" dt="2022-07-26T20:05:54.688" v="417" actId="14100"/>
          <ac:picMkLst>
            <pc:docMk/>
            <pc:sldMk cId="1109084898" sldId="311"/>
            <ac:picMk id="5" creationId="{C80D9135-DC42-0230-7A12-100D4F55B618}"/>
          </ac:picMkLst>
        </pc:picChg>
      </pc:sldChg>
      <pc:sldChg chg="modSp mod">
        <pc:chgData name="SHRADHA GUTTEDAR" userId="8e9b0cfb86a17e2a" providerId="LiveId" clId="{25004289-469E-4426-BAB6-FBDEBD79122E}" dt="2022-07-26T19:56:35.476" v="388"/>
        <pc:sldMkLst>
          <pc:docMk/>
          <pc:sldMk cId="3033209530" sldId="312"/>
        </pc:sldMkLst>
        <pc:spChg chg="mod">
          <ac:chgData name="SHRADHA GUTTEDAR" userId="8e9b0cfb86a17e2a" providerId="LiveId" clId="{25004289-469E-4426-BAB6-FBDEBD79122E}" dt="2022-07-26T19:56:35.476" v="388"/>
          <ac:spMkLst>
            <pc:docMk/>
            <pc:sldMk cId="3033209530" sldId="312"/>
            <ac:spMk id="2" creationId="{8563C0A3-5A35-C18B-103D-AC699867608E}"/>
          </ac:spMkLst>
        </pc:spChg>
        <pc:picChg chg="mod">
          <ac:chgData name="SHRADHA GUTTEDAR" userId="8e9b0cfb86a17e2a" providerId="LiveId" clId="{25004289-469E-4426-BAB6-FBDEBD79122E}" dt="2022-07-26T19:56:35.476" v="388"/>
          <ac:picMkLst>
            <pc:docMk/>
            <pc:sldMk cId="3033209530" sldId="312"/>
            <ac:picMk id="5" creationId="{7E5A77F7-AE89-1B5C-5EA9-CCCDBD86EF7E}"/>
          </ac:picMkLst>
        </pc:picChg>
      </pc:sldChg>
      <pc:sldChg chg="modSp mod">
        <pc:chgData name="SHRADHA GUTTEDAR" userId="8e9b0cfb86a17e2a" providerId="LiveId" clId="{25004289-469E-4426-BAB6-FBDEBD79122E}" dt="2022-07-26T20:13:51.705" v="419" actId="14100"/>
        <pc:sldMkLst>
          <pc:docMk/>
          <pc:sldMk cId="4167063128" sldId="314"/>
        </pc:sldMkLst>
        <pc:spChg chg="mod">
          <ac:chgData name="SHRADHA GUTTEDAR" userId="8e9b0cfb86a17e2a" providerId="LiveId" clId="{25004289-469E-4426-BAB6-FBDEBD79122E}" dt="2022-07-26T20:13:46.988" v="418" actId="1076"/>
          <ac:spMkLst>
            <pc:docMk/>
            <pc:sldMk cId="4167063128" sldId="314"/>
            <ac:spMk id="2" creationId="{67719B56-9519-C999-8A4D-DB0858CFE7BD}"/>
          </ac:spMkLst>
        </pc:spChg>
        <pc:picChg chg="mod">
          <ac:chgData name="SHRADHA GUTTEDAR" userId="8e9b0cfb86a17e2a" providerId="LiveId" clId="{25004289-469E-4426-BAB6-FBDEBD79122E}" dt="2022-07-26T20:13:51.705" v="419" actId="14100"/>
          <ac:picMkLst>
            <pc:docMk/>
            <pc:sldMk cId="4167063128" sldId="314"/>
            <ac:picMk id="5" creationId="{CA11E97A-B082-5566-EDB3-7C65B87D358C}"/>
          </ac:picMkLst>
        </pc:picChg>
      </pc:sldChg>
      <pc:sldChg chg="modSp mod">
        <pc:chgData name="SHRADHA GUTTEDAR" userId="8e9b0cfb86a17e2a" providerId="LiveId" clId="{25004289-469E-4426-BAB6-FBDEBD79122E}" dt="2022-07-26T20:15:34.832" v="421" actId="14100"/>
        <pc:sldMkLst>
          <pc:docMk/>
          <pc:sldMk cId="1175171992" sldId="315"/>
        </pc:sldMkLst>
        <pc:spChg chg="mod">
          <ac:chgData name="SHRADHA GUTTEDAR" userId="8e9b0cfb86a17e2a" providerId="LiveId" clId="{25004289-469E-4426-BAB6-FBDEBD79122E}" dt="2022-07-26T19:56:35.476" v="388"/>
          <ac:spMkLst>
            <pc:docMk/>
            <pc:sldMk cId="1175171992" sldId="315"/>
            <ac:spMk id="2" creationId="{16E2F11B-B45A-0E0B-1295-2BAF4DC2A8B0}"/>
          </ac:spMkLst>
        </pc:spChg>
        <pc:picChg chg="mod">
          <ac:chgData name="SHRADHA GUTTEDAR" userId="8e9b0cfb86a17e2a" providerId="LiveId" clId="{25004289-469E-4426-BAB6-FBDEBD79122E}" dt="2022-07-26T20:15:34.832" v="421" actId="14100"/>
          <ac:picMkLst>
            <pc:docMk/>
            <pc:sldMk cId="1175171992" sldId="315"/>
            <ac:picMk id="5" creationId="{4E30528C-D8DC-F53C-081A-94C51F6C8B7C}"/>
          </ac:picMkLst>
        </pc:picChg>
      </pc:sldChg>
      <pc:sldChg chg="modSp mod">
        <pc:chgData name="SHRADHA GUTTEDAR" userId="8e9b0cfb86a17e2a" providerId="LiveId" clId="{25004289-469E-4426-BAB6-FBDEBD79122E}" dt="2022-07-26T19:56:35.476" v="388"/>
        <pc:sldMkLst>
          <pc:docMk/>
          <pc:sldMk cId="3950339584" sldId="316"/>
        </pc:sldMkLst>
        <pc:spChg chg="mod">
          <ac:chgData name="SHRADHA GUTTEDAR" userId="8e9b0cfb86a17e2a" providerId="LiveId" clId="{25004289-469E-4426-BAB6-FBDEBD79122E}" dt="2022-07-26T19:56:35.476" v="388"/>
          <ac:spMkLst>
            <pc:docMk/>
            <pc:sldMk cId="3950339584" sldId="316"/>
            <ac:spMk id="2" creationId="{AE3BA323-DD56-79A5-C2CD-77727DDE7E15}"/>
          </ac:spMkLst>
        </pc:spChg>
        <pc:picChg chg="mod">
          <ac:chgData name="SHRADHA GUTTEDAR" userId="8e9b0cfb86a17e2a" providerId="LiveId" clId="{25004289-469E-4426-BAB6-FBDEBD79122E}" dt="2022-07-26T19:56:35.476" v="388"/>
          <ac:picMkLst>
            <pc:docMk/>
            <pc:sldMk cId="3950339584" sldId="316"/>
            <ac:picMk id="5" creationId="{86D39137-AA38-46D9-D97F-A5A097973D0C}"/>
          </ac:picMkLst>
        </pc:picChg>
      </pc:sldChg>
      <pc:sldChg chg="modSp mod">
        <pc:chgData name="SHRADHA GUTTEDAR" userId="8e9b0cfb86a17e2a" providerId="LiveId" clId="{25004289-469E-4426-BAB6-FBDEBD79122E}" dt="2022-07-26T20:19:05.986" v="427" actId="1076"/>
        <pc:sldMkLst>
          <pc:docMk/>
          <pc:sldMk cId="1990098846" sldId="317"/>
        </pc:sldMkLst>
        <pc:spChg chg="mod">
          <ac:chgData name="SHRADHA GUTTEDAR" userId="8e9b0cfb86a17e2a" providerId="LiveId" clId="{25004289-469E-4426-BAB6-FBDEBD79122E}" dt="2022-07-26T19:56:35.476" v="388"/>
          <ac:spMkLst>
            <pc:docMk/>
            <pc:sldMk cId="1990098846" sldId="317"/>
            <ac:spMk id="2" creationId="{BFFF8886-86A0-64DB-0656-7624C4472A88}"/>
          </ac:spMkLst>
        </pc:spChg>
        <pc:picChg chg="mod">
          <ac:chgData name="SHRADHA GUTTEDAR" userId="8e9b0cfb86a17e2a" providerId="LiveId" clId="{25004289-469E-4426-BAB6-FBDEBD79122E}" dt="2022-07-26T20:19:05.986" v="427" actId="1076"/>
          <ac:picMkLst>
            <pc:docMk/>
            <pc:sldMk cId="1990098846" sldId="317"/>
            <ac:picMk id="5" creationId="{0A23E8B8-46A9-717E-7C7B-DC8E0617B69D}"/>
          </ac:picMkLst>
        </pc:picChg>
      </pc:sldChg>
      <pc:sldChg chg="modSp mod">
        <pc:chgData name="SHRADHA GUTTEDAR" userId="8e9b0cfb86a17e2a" providerId="LiveId" clId="{25004289-469E-4426-BAB6-FBDEBD79122E}" dt="2022-07-26T20:19:24.600" v="429" actId="14100"/>
        <pc:sldMkLst>
          <pc:docMk/>
          <pc:sldMk cId="3896359682" sldId="318"/>
        </pc:sldMkLst>
        <pc:spChg chg="mod">
          <ac:chgData name="SHRADHA GUTTEDAR" userId="8e9b0cfb86a17e2a" providerId="LiveId" clId="{25004289-469E-4426-BAB6-FBDEBD79122E}" dt="2022-07-26T20:19:21.068" v="428" actId="1076"/>
          <ac:spMkLst>
            <pc:docMk/>
            <pc:sldMk cId="3896359682" sldId="318"/>
            <ac:spMk id="2" creationId="{4D6EE9F2-6228-D657-50C5-740509E51AF2}"/>
          </ac:spMkLst>
        </pc:spChg>
        <pc:picChg chg="mod">
          <ac:chgData name="SHRADHA GUTTEDAR" userId="8e9b0cfb86a17e2a" providerId="LiveId" clId="{25004289-469E-4426-BAB6-FBDEBD79122E}" dt="2022-07-26T20:19:24.600" v="429" actId="14100"/>
          <ac:picMkLst>
            <pc:docMk/>
            <pc:sldMk cId="3896359682" sldId="318"/>
            <ac:picMk id="5" creationId="{5A5B0305-97E7-4A91-59E3-A0110322CD52}"/>
          </ac:picMkLst>
        </pc:picChg>
      </pc:sldChg>
      <pc:sldChg chg="modSp">
        <pc:chgData name="SHRADHA GUTTEDAR" userId="8e9b0cfb86a17e2a" providerId="LiveId" clId="{25004289-469E-4426-BAB6-FBDEBD79122E}" dt="2022-07-26T19:56:35.476" v="388"/>
        <pc:sldMkLst>
          <pc:docMk/>
          <pc:sldMk cId="1056165836" sldId="321"/>
        </pc:sldMkLst>
        <pc:spChg chg="mod">
          <ac:chgData name="SHRADHA GUTTEDAR" userId="8e9b0cfb86a17e2a" providerId="LiveId" clId="{25004289-469E-4426-BAB6-FBDEBD79122E}" dt="2022-07-26T19:56:35.476" v="388"/>
          <ac:spMkLst>
            <pc:docMk/>
            <pc:sldMk cId="1056165836" sldId="321"/>
            <ac:spMk id="3" creationId="{EC7043A3-B2C4-1B58-EC48-20FAA7D7E3B4}"/>
          </ac:spMkLst>
        </pc:spChg>
      </pc:sldChg>
      <pc:sldChg chg="modSp mod">
        <pc:chgData name="SHRADHA GUTTEDAR" userId="8e9b0cfb86a17e2a" providerId="LiveId" clId="{25004289-469E-4426-BAB6-FBDEBD79122E}" dt="2022-07-26T19:56:35.476" v="388"/>
        <pc:sldMkLst>
          <pc:docMk/>
          <pc:sldMk cId="3008764591" sldId="322"/>
        </pc:sldMkLst>
        <pc:spChg chg="mod">
          <ac:chgData name="SHRADHA GUTTEDAR" userId="8e9b0cfb86a17e2a" providerId="LiveId" clId="{25004289-469E-4426-BAB6-FBDEBD79122E}" dt="2022-07-26T19:56:35.476" v="388"/>
          <ac:spMkLst>
            <pc:docMk/>
            <pc:sldMk cId="3008764591" sldId="322"/>
            <ac:spMk id="2" creationId="{62946C66-91E7-8DA7-B45D-AF3F2831987E}"/>
          </ac:spMkLst>
        </pc:spChg>
      </pc:sldChg>
      <pc:sldChg chg="modSp mod">
        <pc:chgData name="SHRADHA GUTTEDAR" userId="8e9b0cfb86a17e2a" providerId="LiveId" clId="{25004289-469E-4426-BAB6-FBDEBD79122E}" dt="2022-07-26T19:56:35.476" v="388"/>
        <pc:sldMkLst>
          <pc:docMk/>
          <pc:sldMk cId="2982115955" sldId="323"/>
        </pc:sldMkLst>
        <pc:spChg chg="mod">
          <ac:chgData name="SHRADHA GUTTEDAR" userId="8e9b0cfb86a17e2a" providerId="LiveId" clId="{25004289-469E-4426-BAB6-FBDEBD79122E}" dt="2022-07-26T19:56:35.476" v="388"/>
          <ac:spMkLst>
            <pc:docMk/>
            <pc:sldMk cId="2982115955" sldId="323"/>
            <ac:spMk id="2" creationId="{6A5CC544-4321-75D0-F099-14C934C73B83}"/>
          </ac:spMkLst>
        </pc:spChg>
        <pc:picChg chg="mod">
          <ac:chgData name="SHRADHA GUTTEDAR" userId="8e9b0cfb86a17e2a" providerId="LiveId" clId="{25004289-469E-4426-BAB6-FBDEBD79122E}" dt="2022-07-26T19:56:35.476" v="388"/>
          <ac:picMkLst>
            <pc:docMk/>
            <pc:sldMk cId="2982115955" sldId="323"/>
            <ac:picMk id="5" creationId="{9FE1A64C-73D0-B88C-66F6-EAFFE80FC3AC}"/>
          </ac:picMkLst>
        </pc:picChg>
      </pc:sldChg>
      <pc:sldChg chg="modSp mod">
        <pc:chgData name="SHRADHA GUTTEDAR" userId="8e9b0cfb86a17e2a" providerId="LiveId" clId="{25004289-469E-4426-BAB6-FBDEBD79122E}" dt="2022-07-26T19:56:35.476" v="388"/>
        <pc:sldMkLst>
          <pc:docMk/>
          <pc:sldMk cId="1248044228" sldId="324"/>
        </pc:sldMkLst>
        <pc:spChg chg="mod">
          <ac:chgData name="SHRADHA GUTTEDAR" userId="8e9b0cfb86a17e2a" providerId="LiveId" clId="{25004289-469E-4426-BAB6-FBDEBD79122E}" dt="2022-07-26T19:56:35.476" v="388"/>
          <ac:spMkLst>
            <pc:docMk/>
            <pc:sldMk cId="1248044228" sldId="324"/>
            <ac:spMk id="2" creationId="{FC97CD3B-8254-4A01-D948-7A5225F0A4F2}"/>
          </ac:spMkLst>
        </pc:spChg>
        <pc:spChg chg="mod">
          <ac:chgData name="SHRADHA GUTTEDAR" userId="8e9b0cfb86a17e2a" providerId="LiveId" clId="{25004289-469E-4426-BAB6-FBDEBD79122E}" dt="2022-07-26T19:56:35.476" v="388"/>
          <ac:spMkLst>
            <pc:docMk/>
            <pc:sldMk cId="1248044228" sldId="324"/>
            <ac:spMk id="3" creationId="{CE1B5410-6FA7-B37D-DF9A-4573AF8BA9F9}"/>
          </ac:spMkLst>
        </pc:spChg>
      </pc:sldChg>
      <pc:sldChg chg="modSp">
        <pc:chgData name="SHRADHA GUTTEDAR" userId="8e9b0cfb86a17e2a" providerId="LiveId" clId="{25004289-469E-4426-BAB6-FBDEBD79122E}" dt="2022-07-26T19:56:35.476" v="388"/>
        <pc:sldMkLst>
          <pc:docMk/>
          <pc:sldMk cId="2391231549" sldId="325"/>
        </pc:sldMkLst>
        <pc:spChg chg="mod">
          <ac:chgData name="SHRADHA GUTTEDAR" userId="8e9b0cfb86a17e2a" providerId="LiveId" clId="{25004289-469E-4426-BAB6-FBDEBD79122E}" dt="2022-07-26T19:56:35.476" v="388"/>
          <ac:spMkLst>
            <pc:docMk/>
            <pc:sldMk cId="2391231549" sldId="325"/>
            <ac:spMk id="2" creationId="{8EED9A4F-2C33-C55D-C0EB-E1048458B9D8}"/>
          </ac:spMkLst>
        </pc:spChg>
        <pc:picChg chg="mod">
          <ac:chgData name="SHRADHA GUTTEDAR" userId="8e9b0cfb86a17e2a" providerId="LiveId" clId="{25004289-469E-4426-BAB6-FBDEBD79122E}" dt="2022-07-26T19:56:35.476" v="388"/>
          <ac:picMkLst>
            <pc:docMk/>
            <pc:sldMk cId="2391231549" sldId="325"/>
            <ac:picMk id="5" creationId="{5E624DF6-E1A5-A64B-7592-9ED6C9C0D895}"/>
          </ac:picMkLst>
        </pc:picChg>
      </pc:sldChg>
      <pc:sldChg chg="modSp">
        <pc:chgData name="SHRADHA GUTTEDAR" userId="8e9b0cfb86a17e2a" providerId="LiveId" clId="{25004289-469E-4426-BAB6-FBDEBD79122E}" dt="2022-07-26T19:56:35.476" v="388"/>
        <pc:sldMkLst>
          <pc:docMk/>
          <pc:sldMk cId="2831078081" sldId="326"/>
        </pc:sldMkLst>
        <pc:spChg chg="mod">
          <ac:chgData name="SHRADHA GUTTEDAR" userId="8e9b0cfb86a17e2a" providerId="LiveId" clId="{25004289-469E-4426-BAB6-FBDEBD79122E}" dt="2022-07-26T19:56:35.476" v="388"/>
          <ac:spMkLst>
            <pc:docMk/>
            <pc:sldMk cId="2831078081" sldId="326"/>
            <ac:spMk id="2" creationId="{F43B323C-8FDB-4605-9905-E43E0808A663}"/>
          </ac:spMkLst>
        </pc:spChg>
        <pc:picChg chg="mod">
          <ac:chgData name="SHRADHA GUTTEDAR" userId="8e9b0cfb86a17e2a" providerId="LiveId" clId="{25004289-469E-4426-BAB6-FBDEBD79122E}" dt="2022-07-26T19:56:35.476" v="388"/>
          <ac:picMkLst>
            <pc:docMk/>
            <pc:sldMk cId="2831078081" sldId="326"/>
            <ac:picMk id="5" creationId="{966A2DB0-F6AE-8FE1-0CE1-E699DCFC5754}"/>
          </ac:picMkLst>
        </pc:picChg>
      </pc:sldChg>
      <pc:sldChg chg="modSp mod">
        <pc:chgData name="SHRADHA GUTTEDAR" userId="8e9b0cfb86a17e2a" providerId="LiveId" clId="{25004289-469E-4426-BAB6-FBDEBD79122E}" dt="2022-07-26T19:56:35.476" v="388"/>
        <pc:sldMkLst>
          <pc:docMk/>
          <pc:sldMk cId="1769493836" sldId="327"/>
        </pc:sldMkLst>
        <pc:spChg chg="mod">
          <ac:chgData name="SHRADHA GUTTEDAR" userId="8e9b0cfb86a17e2a" providerId="LiveId" clId="{25004289-469E-4426-BAB6-FBDEBD79122E}" dt="2022-07-26T19:56:35.476" v="388"/>
          <ac:spMkLst>
            <pc:docMk/>
            <pc:sldMk cId="1769493836" sldId="327"/>
            <ac:spMk id="2" creationId="{15F59114-28AF-EC32-9008-135D6D14B56E}"/>
          </ac:spMkLst>
        </pc:spChg>
        <pc:spChg chg="mod">
          <ac:chgData name="SHRADHA GUTTEDAR" userId="8e9b0cfb86a17e2a" providerId="LiveId" clId="{25004289-469E-4426-BAB6-FBDEBD79122E}" dt="2022-07-26T19:56:35.476" v="388"/>
          <ac:spMkLst>
            <pc:docMk/>
            <pc:sldMk cId="1769493836" sldId="327"/>
            <ac:spMk id="3" creationId="{97873E87-6418-2D84-9566-33EBDE4B619E}"/>
          </ac:spMkLst>
        </pc:spChg>
      </pc:sldChg>
      <pc:sldChg chg="modSp mod">
        <pc:chgData name="SHRADHA GUTTEDAR" userId="8e9b0cfb86a17e2a" providerId="LiveId" clId="{25004289-469E-4426-BAB6-FBDEBD79122E}" dt="2022-07-26T19:56:35.476" v="388"/>
        <pc:sldMkLst>
          <pc:docMk/>
          <pc:sldMk cId="1201391716" sldId="328"/>
        </pc:sldMkLst>
        <pc:spChg chg="mod">
          <ac:chgData name="SHRADHA GUTTEDAR" userId="8e9b0cfb86a17e2a" providerId="LiveId" clId="{25004289-469E-4426-BAB6-FBDEBD79122E}" dt="2022-07-26T19:56:35.476" v="388"/>
          <ac:spMkLst>
            <pc:docMk/>
            <pc:sldMk cId="1201391716" sldId="328"/>
            <ac:spMk id="2" creationId="{79C70362-DF10-3ED5-D797-44BDD6DE17BA}"/>
          </ac:spMkLst>
        </pc:spChg>
        <pc:spChg chg="mod">
          <ac:chgData name="SHRADHA GUTTEDAR" userId="8e9b0cfb86a17e2a" providerId="LiveId" clId="{25004289-469E-4426-BAB6-FBDEBD79122E}" dt="2022-07-26T19:56:35.476" v="388"/>
          <ac:spMkLst>
            <pc:docMk/>
            <pc:sldMk cId="1201391716" sldId="328"/>
            <ac:spMk id="3" creationId="{FECB5587-8DBD-5F66-FAE6-11E09634B4E1}"/>
          </ac:spMkLst>
        </pc:spChg>
      </pc:sldChg>
      <pc:sldChg chg="modSp mod">
        <pc:chgData name="SHRADHA GUTTEDAR" userId="8e9b0cfb86a17e2a" providerId="LiveId" clId="{25004289-469E-4426-BAB6-FBDEBD79122E}" dt="2022-07-26T19:56:35.476" v="388"/>
        <pc:sldMkLst>
          <pc:docMk/>
          <pc:sldMk cId="1045433120" sldId="330"/>
        </pc:sldMkLst>
        <pc:spChg chg="mod">
          <ac:chgData name="SHRADHA GUTTEDAR" userId="8e9b0cfb86a17e2a" providerId="LiveId" clId="{25004289-469E-4426-BAB6-FBDEBD79122E}" dt="2022-07-26T19:56:35.476" v="388"/>
          <ac:spMkLst>
            <pc:docMk/>
            <pc:sldMk cId="1045433120" sldId="330"/>
            <ac:spMk id="2" creationId="{4328ED5D-7B2C-59F6-29A8-0E18084517B1}"/>
          </ac:spMkLst>
        </pc:spChg>
      </pc:sldChg>
      <pc:sldChg chg="modSp">
        <pc:chgData name="SHRADHA GUTTEDAR" userId="8e9b0cfb86a17e2a" providerId="LiveId" clId="{25004289-469E-4426-BAB6-FBDEBD79122E}" dt="2022-07-26T19:56:35.476" v="388"/>
        <pc:sldMkLst>
          <pc:docMk/>
          <pc:sldMk cId="1280782843" sldId="332"/>
        </pc:sldMkLst>
        <pc:spChg chg="mod">
          <ac:chgData name="SHRADHA GUTTEDAR" userId="8e9b0cfb86a17e2a" providerId="LiveId" clId="{25004289-469E-4426-BAB6-FBDEBD79122E}" dt="2022-07-26T19:56:35.476" v="388"/>
          <ac:spMkLst>
            <pc:docMk/>
            <pc:sldMk cId="1280782843" sldId="332"/>
            <ac:spMk id="2" creationId="{870BB8A4-ACB7-DBA3-6DC4-6DC214A7BF74}"/>
          </ac:spMkLst>
        </pc:spChg>
        <pc:spChg chg="mod">
          <ac:chgData name="SHRADHA GUTTEDAR" userId="8e9b0cfb86a17e2a" providerId="LiveId" clId="{25004289-469E-4426-BAB6-FBDEBD79122E}" dt="2022-07-26T19:56:35.476" v="388"/>
          <ac:spMkLst>
            <pc:docMk/>
            <pc:sldMk cId="1280782843" sldId="332"/>
            <ac:spMk id="6" creationId="{164720D7-DC58-469A-7E9B-6B2CD9534B91}"/>
          </ac:spMkLst>
        </pc:spChg>
      </pc:sldChg>
      <pc:sldChg chg="modSp mod">
        <pc:chgData name="SHRADHA GUTTEDAR" userId="8e9b0cfb86a17e2a" providerId="LiveId" clId="{25004289-469E-4426-BAB6-FBDEBD79122E}" dt="2022-07-26T19:56:35.476" v="388"/>
        <pc:sldMkLst>
          <pc:docMk/>
          <pc:sldMk cId="2111783830" sldId="333"/>
        </pc:sldMkLst>
        <pc:spChg chg="mod">
          <ac:chgData name="SHRADHA GUTTEDAR" userId="8e9b0cfb86a17e2a" providerId="LiveId" clId="{25004289-469E-4426-BAB6-FBDEBD79122E}" dt="2022-07-26T19:56:35.476" v="388"/>
          <ac:spMkLst>
            <pc:docMk/>
            <pc:sldMk cId="2111783830" sldId="333"/>
            <ac:spMk id="2" creationId="{F86587A5-9902-08C8-34BB-C465B3DD36D5}"/>
          </ac:spMkLst>
        </pc:spChg>
      </pc:sldChg>
      <pc:sldChg chg="modSp mod">
        <pc:chgData name="SHRADHA GUTTEDAR" userId="8e9b0cfb86a17e2a" providerId="LiveId" clId="{25004289-469E-4426-BAB6-FBDEBD79122E}" dt="2022-07-26T19:56:35.476" v="388"/>
        <pc:sldMkLst>
          <pc:docMk/>
          <pc:sldMk cId="1838168175" sldId="334"/>
        </pc:sldMkLst>
        <pc:spChg chg="mod">
          <ac:chgData name="SHRADHA GUTTEDAR" userId="8e9b0cfb86a17e2a" providerId="LiveId" clId="{25004289-469E-4426-BAB6-FBDEBD79122E}" dt="2022-07-26T19:56:35.476" v="388"/>
          <ac:spMkLst>
            <pc:docMk/>
            <pc:sldMk cId="1838168175" sldId="334"/>
            <ac:spMk id="2" creationId="{D46C9EE9-2DF1-5FC0-94D6-EDE6D18575CC}"/>
          </ac:spMkLst>
        </pc:spChg>
        <pc:picChg chg="mod">
          <ac:chgData name="SHRADHA GUTTEDAR" userId="8e9b0cfb86a17e2a" providerId="LiveId" clId="{25004289-469E-4426-BAB6-FBDEBD79122E}" dt="2022-07-26T19:56:35.476" v="388"/>
          <ac:picMkLst>
            <pc:docMk/>
            <pc:sldMk cId="1838168175" sldId="334"/>
            <ac:picMk id="5" creationId="{40705BFF-8C03-FD65-CB31-F1C9623496C6}"/>
          </ac:picMkLst>
        </pc:picChg>
      </pc:sldChg>
      <pc:sldChg chg="modSp mod">
        <pc:chgData name="SHRADHA GUTTEDAR" userId="8e9b0cfb86a17e2a" providerId="LiveId" clId="{25004289-469E-4426-BAB6-FBDEBD79122E}" dt="2022-07-26T19:56:35.476" v="388"/>
        <pc:sldMkLst>
          <pc:docMk/>
          <pc:sldMk cId="1801807002" sldId="335"/>
        </pc:sldMkLst>
        <pc:spChg chg="mod">
          <ac:chgData name="SHRADHA GUTTEDAR" userId="8e9b0cfb86a17e2a" providerId="LiveId" clId="{25004289-469E-4426-BAB6-FBDEBD79122E}" dt="2022-07-26T19:56:35.476" v="388"/>
          <ac:spMkLst>
            <pc:docMk/>
            <pc:sldMk cId="1801807002" sldId="335"/>
            <ac:spMk id="2" creationId="{5CA3A161-C3F5-17E3-E9BC-846C5377C730}"/>
          </ac:spMkLst>
        </pc:spChg>
        <pc:picChg chg="mod">
          <ac:chgData name="SHRADHA GUTTEDAR" userId="8e9b0cfb86a17e2a" providerId="LiveId" clId="{25004289-469E-4426-BAB6-FBDEBD79122E}" dt="2022-07-26T19:56:35.476" v="388"/>
          <ac:picMkLst>
            <pc:docMk/>
            <pc:sldMk cId="1801807002" sldId="335"/>
            <ac:picMk id="5" creationId="{45E460FD-06CC-819D-7DC8-A5D4667EC5C5}"/>
          </ac:picMkLst>
        </pc:picChg>
      </pc:sldChg>
      <pc:sldChg chg="modSp">
        <pc:chgData name="SHRADHA GUTTEDAR" userId="8e9b0cfb86a17e2a" providerId="LiveId" clId="{25004289-469E-4426-BAB6-FBDEBD79122E}" dt="2022-07-26T19:56:35.476" v="388"/>
        <pc:sldMkLst>
          <pc:docMk/>
          <pc:sldMk cId="2847071677" sldId="336"/>
        </pc:sldMkLst>
        <pc:spChg chg="mod">
          <ac:chgData name="SHRADHA GUTTEDAR" userId="8e9b0cfb86a17e2a" providerId="LiveId" clId="{25004289-469E-4426-BAB6-FBDEBD79122E}" dt="2022-07-26T19:56:35.476" v="388"/>
          <ac:spMkLst>
            <pc:docMk/>
            <pc:sldMk cId="2847071677" sldId="336"/>
            <ac:spMk id="2" creationId="{6EA54C58-4F7C-99F0-9DFD-A7AE21F6F620}"/>
          </ac:spMkLst>
        </pc:spChg>
        <pc:picChg chg="mod">
          <ac:chgData name="SHRADHA GUTTEDAR" userId="8e9b0cfb86a17e2a" providerId="LiveId" clId="{25004289-469E-4426-BAB6-FBDEBD79122E}" dt="2022-07-26T19:56:35.476" v="388"/>
          <ac:picMkLst>
            <pc:docMk/>
            <pc:sldMk cId="2847071677" sldId="336"/>
            <ac:picMk id="5" creationId="{EFC683E8-E435-3788-4A88-B83545737014}"/>
          </ac:picMkLst>
        </pc:picChg>
      </pc:sldChg>
      <pc:sldChg chg="modSp mod">
        <pc:chgData name="SHRADHA GUTTEDAR" userId="8e9b0cfb86a17e2a" providerId="LiveId" clId="{25004289-469E-4426-BAB6-FBDEBD79122E}" dt="2022-07-26T19:56:35.476" v="388"/>
        <pc:sldMkLst>
          <pc:docMk/>
          <pc:sldMk cId="762516613" sldId="337"/>
        </pc:sldMkLst>
        <pc:spChg chg="mod">
          <ac:chgData name="SHRADHA GUTTEDAR" userId="8e9b0cfb86a17e2a" providerId="LiveId" clId="{25004289-469E-4426-BAB6-FBDEBD79122E}" dt="2022-07-26T19:56:35.476" v="388"/>
          <ac:spMkLst>
            <pc:docMk/>
            <pc:sldMk cId="762516613" sldId="337"/>
            <ac:spMk id="2" creationId="{AF181507-AC14-CA62-8AC1-3E1A8826F3F8}"/>
          </ac:spMkLst>
        </pc:spChg>
        <pc:picChg chg="mod">
          <ac:chgData name="SHRADHA GUTTEDAR" userId="8e9b0cfb86a17e2a" providerId="LiveId" clId="{25004289-469E-4426-BAB6-FBDEBD79122E}" dt="2022-07-26T19:56:35.476" v="388"/>
          <ac:picMkLst>
            <pc:docMk/>
            <pc:sldMk cId="762516613" sldId="337"/>
            <ac:picMk id="5" creationId="{16B672A9-A510-0A66-4EA7-A7B738889D97}"/>
          </ac:picMkLst>
        </pc:picChg>
      </pc:sldChg>
      <pc:sldChg chg="modSp mod">
        <pc:chgData name="SHRADHA GUTTEDAR" userId="8e9b0cfb86a17e2a" providerId="LiveId" clId="{25004289-469E-4426-BAB6-FBDEBD79122E}" dt="2022-07-26T19:56:35.476" v="388"/>
        <pc:sldMkLst>
          <pc:docMk/>
          <pc:sldMk cId="3797918856" sldId="339"/>
        </pc:sldMkLst>
        <pc:spChg chg="mod">
          <ac:chgData name="SHRADHA GUTTEDAR" userId="8e9b0cfb86a17e2a" providerId="LiveId" clId="{25004289-469E-4426-BAB6-FBDEBD79122E}" dt="2022-07-26T19:56:35.476" v="388"/>
          <ac:spMkLst>
            <pc:docMk/>
            <pc:sldMk cId="3797918856" sldId="339"/>
            <ac:spMk id="2" creationId="{C9B5604A-A250-A196-422D-CC5D1167DE04}"/>
          </ac:spMkLst>
        </pc:spChg>
        <pc:picChg chg="mod">
          <ac:chgData name="SHRADHA GUTTEDAR" userId="8e9b0cfb86a17e2a" providerId="LiveId" clId="{25004289-469E-4426-BAB6-FBDEBD79122E}" dt="2022-07-26T19:56:35.476" v="388"/>
          <ac:picMkLst>
            <pc:docMk/>
            <pc:sldMk cId="3797918856" sldId="339"/>
            <ac:picMk id="5" creationId="{4D77998C-1BAD-9698-9E17-7FD1882141ED}"/>
          </ac:picMkLst>
        </pc:picChg>
      </pc:sldChg>
      <pc:sldChg chg="modSp mod">
        <pc:chgData name="SHRADHA GUTTEDAR" userId="8e9b0cfb86a17e2a" providerId="LiveId" clId="{25004289-469E-4426-BAB6-FBDEBD79122E}" dt="2022-07-26T19:56:35.476" v="388"/>
        <pc:sldMkLst>
          <pc:docMk/>
          <pc:sldMk cId="1682784781" sldId="340"/>
        </pc:sldMkLst>
        <pc:spChg chg="mod">
          <ac:chgData name="SHRADHA GUTTEDAR" userId="8e9b0cfb86a17e2a" providerId="LiveId" clId="{25004289-469E-4426-BAB6-FBDEBD79122E}" dt="2022-07-26T19:56:35.476" v="388"/>
          <ac:spMkLst>
            <pc:docMk/>
            <pc:sldMk cId="1682784781" sldId="340"/>
            <ac:spMk id="2" creationId="{698077BB-E98A-6637-3EA0-55D89276A224}"/>
          </ac:spMkLst>
        </pc:spChg>
        <pc:picChg chg="mod">
          <ac:chgData name="SHRADHA GUTTEDAR" userId="8e9b0cfb86a17e2a" providerId="LiveId" clId="{25004289-469E-4426-BAB6-FBDEBD79122E}" dt="2022-07-26T19:56:35.476" v="388"/>
          <ac:picMkLst>
            <pc:docMk/>
            <pc:sldMk cId="1682784781" sldId="340"/>
            <ac:picMk id="5" creationId="{29E6A5A7-BB80-AA4C-E369-28B874E797A8}"/>
          </ac:picMkLst>
        </pc:picChg>
      </pc:sldChg>
      <pc:sldChg chg="modSp">
        <pc:chgData name="SHRADHA GUTTEDAR" userId="8e9b0cfb86a17e2a" providerId="LiveId" clId="{25004289-469E-4426-BAB6-FBDEBD79122E}" dt="2022-07-26T19:56:35.476" v="388"/>
        <pc:sldMkLst>
          <pc:docMk/>
          <pc:sldMk cId="3103850245" sldId="341"/>
        </pc:sldMkLst>
        <pc:picChg chg="mod">
          <ac:chgData name="SHRADHA GUTTEDAR" userId="8e9b0cfb86a17e2a" providerId="LiveId" clId="{25004289-469E-4426-BAB6-FBDEBD79122E}" dt="2022-07-26T19:56:35.476" v="388"/>
          <ac:picMkLst>
            <pc:docMk/>
            <pc:sldMk cId="3103850245" sldId="341"/>
            <ac:picMk id="5" creationId="{96E65421-FDC3-2B8B-9BA7-CD41DB1229C0}"/>
          </ac:picMkLst>
        </pc:picChg>
      </pc:sldChg>
      <pc:sldChg chg="modSp mod">
        <pc:chgData name="SHRADHA GUTTEDAR" userId="8e9b0cfb86a17e2a" providerId="LiveId" clId="{25004289-469E-4426-BAB6-FBDEBD79122E}" dt="2022-07-26T19:56:35.476" v="388"/>
        <pc:sldMkLst>
          <pc:docMk/>
          <pc:sldMk cId="2503695826" sldId="342"/>
        </pc:sldMkLst>
        <pc:spChg chg="mod">
          <ac:chgData name="SHRADHA GUTTEDAR" userId="8e9b0cfb86a17e2a" providerId="LiveId" clId="{25004289-469E-4426-BAB6-FBDEBD79122E}" dt="2022-07-26T19:56:35.476" v="388"/>
          <ac:spMkLst>
            <pc:docMk/>
            <pc:sldMk cId="2503695826" sldId="342"/>
            <ac:spMk id="2" creationId="{C5B695BC-0E73-EBD5-607D-5A627AE9D95B}"/>
          </ac:spMkLst>
        </pc:spChg>
      </pc:sldChg>
      <pc:sldChg chg="modSp">
        <pc:chgData name="SHRADHA GUTTEDAR" userId="8e9b0cfb86a17e2a" providerId="LiveId" clId="{25004289-469E-4426-BAB6-FBDEBD79122E}" dt="2022-07-26T19:56:35.476" v="388"/>
        <pc:sldMkLst>
          <pc:docMk/>
          <pc:sldMk cId="1006996012" sldId="343"/>
        </pc:sldMkLst>
        <pc:spChg chg="mod">
          <ac:chgData name="SHRADHA GUTTEDAR" userId="8e9b0cfb86a17e2a" providerId="LiveId" clId="{25004289-469E-4426-BAB6-FBDEBD79122E}" dt="2022-07-26T19:56:35.476" v="388"/>
          <ac:spMkLst>
            <pc:docMk/>
            <pc:sldMk cId="1006996012" sldId="343"/>
            <ac:spMk id="2" creationId="{D9C36549-E762-45FE-FCF0-674F0672AF73}"/>
          </ac:spMkLst>
        </pc:spChg>
      </pc:sldChg>
      <pc:sldChg chg="modSp">
        <pc:chgData name="SHRADHA GUTTEDAR" userId="8e9b0cfb86a17e2a" providerId="LiveId" clId="{25004289-469E-4426-BAB6-FBDEBD79122E}" dt="2022-07-26T19:56:35.476" v="388"/>
        <pc:sldMkLst>
          <pc:docMk/>
          <pc:sldMk cId="1286486336" sldId="344"/>
        </pc:sldMkLst>
        <pc:spChg chg="mod">
          <ac:chgData name="SHRADHA GUTTEDAR" userId="8e9b0cfb86a17e2a" providerId="LiveId" clId="{25004289-469E-4426-BAB6-FBDEBD79122E}" dt="2022-07-26T19:56:35.476" v="388"/>
          <ac:spMkLst>
            <pc:docMk/>
            <pc:sldMk cId="1286486336" sldId="344"/>
            <ac:spMk id="2" creationId="{3D62FDFF-B75C-9F1C-62D4-DA1B2E110104}"/>
          </ac:spMkLst>
        </pc:spChg>
        <pc:picChg chg="mod">
          <ac:chgData name="SHRADHA GUTTEDAR" userId="8e9b0cfb86a17e2a" providerId="LiveId" clId="{25004289-469E-4426-BAB6-FBDEBD79122E}" dt="2022-07-26T19:56:35.476" v="388"/>
          <ac:picMkLst>
            <pc:docMk/>
            <pc:sldMk cId="1286486336" sldId="344"/>
            <ac:picMk id="5" creationId="{23D36C8F-811F-5596-2DB0-3EFFCCE0E525}"/>
          </ac:picMkLst>
        </pc:picChg>
      </pc:sldChg>
      <pc:sldChg chg="modSp mod">
        <pc:chgData name="SHRADHA GUTTEDAR" userId="8e9b0cfb86a17e2a" providerId="LiveId" clId="{25004289-469E-4426-BAB6-FBDEBD79122E}" dt="2022-07-26T19:56:35.476" v="388"/>
        <pc:sldMkLst>
          <pc:docMk/>
          <pc:sldMk cId="1523444786" sldId="345"/>
        </pc:sldMkLst>
        <pc:spChg chg="mod">
          <ac:chgData name="SHRADHA GUTTEDAR" userId="8e9b0cfb86a17e2a" providerId="LiveId" clId="{25004289-469E-4426-BAB6-FBDEBD79122E}" dt="2022-07-26T19:56:35.476" v="388"/>
          <ac:spMkLst>
            <pc:docMk/>
            <pc:sldMk cId="1523444786" sldId="345"/>
            <ac:spMk id="2" creationId="{72393F36-BCFD-6BFB-BF8B-395AFE6C4EDE}"/>
          </ac:spMkLst>
        </pc:spChg>
      </pc:sldChg>
      <pc:sldChg chg="modSp mod">
        <pc:chgData name="SHRADHA GUTTEDAR" userId="8e9b0cfb86a17e2a" providerId="LiveId" clId="{25004289-469E-4426-BAB6-FBDEBD79122E}" dt="2022-07-26T19:56:35.476" v="388"/>
        <pc:sldMkLst>
          <pc:docMk/>
          <pc:sldMk cId="3879536694" sldId="346"/>
        </pc:sldMkLst>
        <pc:spChg chg="mod">
          <ac:chgData name="SHRADHA GUTTEDAR" userId="8e9b0cfb86a17e2a" providerId="LiveId" clId="{25004289-469E-4426-BAB6-FBDEBD79122E}" dt="2022-07-26T19:56:35.476" v="388"/>
          <ac:spMkLst>
            <pc:docMk/>
            <pc:sldMk cId="3879536694" sldId="346"/>
            <ac:spMk id="2" creationId="{C1828E38-59EA-7189-B3D1-1FB47FA7A9E8}"/>
          </ac:spMkLst>
        </pc:spChg>
        <pc:picChg chg="mod">
          <ac:chgData name="SHRADHA GUTTEDAR" userId="8e9b0cfb86a17e2a" providerId="LiveId" clId="{25004289-469E-4426-BAB6-FBDEBD79122E}" dt="2022-07-26T19:56:35.476" v="388"/>
          <ac:picMkLst>
            <pc:docMk/>
            <pc:sldMk cId="3879536694" sldId="346"/>
            <ac:picMk id="5" creationId="{CA977320-C038-D08E-1C59-2589E74CAD05}"/>
          </ac:picMkLst>
        </pc:picChg>
      </pc:sldChg>
      <pc:sldChg chg="modSp">
        <pc:chgData name="SHRADHA GUTTEDAR" userId="8e9b0cfb86a17e2a" providerId="LiveId" clId="{25004289-469E-4426-BAB6-FBDEBD79122E}" dt="2022-07-26T19:56:35.476" v="388"/>
        <pc:sldMkLst>
          <pc:docMk/>
          <pc:sldMk cId="2529290843" sldId="347"/>
        </pc:sldMkLst>
        <pc:picChg chg="mod">
          <ac:chgData name="SHRADHA GUTTEDAR" userId="8e9b0cfb86a17e2a" providerId="LiveId" clId="{25004289-469E-4426-BAB6-FBDEBD79122E}" dt="2022-07-26T19:56:35.476" v="388"/>
          <ac:picMkLst>
            <pc:docMk/>
            <pc:sldMk cId="2529290843" sldId="347"/>
            <ac:picMk id="5" creationId="{371B9BA9-8252-BB45-CCCA-44A6D08C8957}"/>
          </ac:picMkLst>
        </pc:picChg>
      </pc:sldChg>
      <pc:sldChg chg="modSp mod">
        <pc:chgData name="SHRADHA GUTTEDAR" userId="8e9b0cfb86a17e2a" providerId="LiveId" clId="{25004289-469E-4426-BAB6-FBDEBD79122E}" dt="2022-07-26T19:56:35.476" v="388"/>
        <pc:sldMkLst>
          <pc:docMk/>
          <pc:sldMk cId="1801458820" sldId="348"/>
        </pc:sldMkLst>
        <pc:spChg chg="mod">
          <ac:chgData name="SHRADHA GUTTEDAR" userId="8e9b0cfb86a17e2a" providerId="LiveId" clId="{25004289-469E-4426-BAB6-FBDEBD79122E}" dt="2022-07-26T19:56:35.476" v="388"/>
          <ac:spMkLst>
            <pc:docMk/>
            <pc:sldMk cId="1801458820" sldId="348"/>
            <ac:spMk id="2" creationId="{B13CD567-45BC-B126-8D44-8BF7331D0323}"/>
          </ac:spMkLst>
        </pc:spChg>
        <pc:spChg chg="mod">
          <ac:chgData name="SHRADHA GUTTEDAR" userId="8e9b0cfb86a17e2a" providerId="LiveId" clId="{25004289-469E-4426-BAB6-FBDEBD79122E}" dt="2022-07-26T19:56:35.476" v="388"/>
          <ac:spMkLst>
            <pc:docMk/>
            <pc:sldMk cId="1801458820" sldId="348"/>
            <ac:spMk id="3" creationId="{74C932DE-D7FE-44E1-4A14-4A4947C3589E}"/>
          </ac:spMkLst>
        </pc:spChg>
        <pc:picChg chg="mod">
          <ac:chgData name="SHRADHA GUTTEDAR" userId="8e9b0cfb86a17e2a" providerId="LiveId" clId="{25004289-469E-4426-BAB6-FBDEBD79122E}" dt="2022-07-26T19:43:02.059" v="282" actId="14100"/>
          <ac:picMkLst>
            <pc:docMk/>
            <pc:sldMk cId="1801458820" sldId="348"/>
            <ac:picMk id="5" creationId="{2F51DB36-070C-F2E9-30FD-5672695AC528}"/>
          </ac:picMkLst>
        </pc:picChg>
      </pc:sldChg>
      <pc:sldChg chg="modSp">
        <pc:chgData name="SHRADHA GUTTEDAR" userId="8e9b0cfb86a17e2a" providerId="LiveId" clId="{25004289-469E-4426-BAB6-FBDEBD79122E}" dt="2022-07-26T19:56:35.476" v="388"/>
        <pc:sldMkLst>
          <pc:docMk/>
          <pc:sldMk cId="286785902" sldId="349"/>
        </pc:sldMkLst>
        <pc:spChg chg="mod">
          <ac:chgData name="SHRADHA GUTTEDAR" userId="8e9b0cfb86a17e2a" providerId="LiveId" clId="{25004289-469E-4426-BAB6-FBDEBD79122E}" dt="2022-07-26T19:56:35.476" v="388"/>
          <ac:spMkLst>
            <pc:docMk/>
            <pc:sldMk cId="286785902" sldId="349"/>
            <ac:spMk id="2" creationId="{EFA639FD-9759-BB26-D6D6-8D6EE637113E}"/>
          </ac:spMkLst>
        </pc:spChg>
        <pc:picChg chg="mod">
          <ac:chgData name="SHRADHA GUTTEDAR" userId="8e9b0cfb86a17e2a" providerId="LiveId" clId="{25004289-469E-4426-BAB6-FBDEBD79122E}" dt="2022-07-26T19:56:35.476" v="388"/>
          <ac:picMkLst>
            <pc:docMk/>
            <pc:sldMk cId="286785902" sldId="349"/>
            <ac:picMk id="5" creationId="{E3B7800B-95A8-C724-0805-978708069AA1}"/>
          </ac:picMkLst>
        </pc:picChg>
      </pc:sldChg>
      <pc:sldChg chg="modSp mod">
        <pc:chgData name="SHRADHA GUTTEDAR" userId="8e9b0cfb86a17e2a" providerId="LiveId" clId="{25004289-469E-4426-BAB6-FBDEBD79122E}" dt="2022-07-26T19:56:35.476" v="388"/>
        <pc:sldMkLst>
          <pc:docMk/>
          <pc:sldMk cId="2863671094" sldId="350"/>
        </pc:sldMkLst>
        <pc:spChg chg="mod">
          <ac:chgData name="SHRADHA GUTTEDAR" userId="8e9b0cfb86a17e2a" providerId="LiveId" clId="{25004289-469E-4426-BAB6-FBDEBD79122E}" dt="2022-07-26T19:56:35.476" v="388"/>
          <ac:spMkLst>
            <pc:docMk/>
            <pc:sldMk cId="2863671094" sldId="350"/>
            <ac:spMk id="2" creationId="{E2BCF506-A04F-429F-A798-E5344961A639}"/>
          </ac:spMkLst>
        </pc:spChg>
        <pc:picChg chg="mod">
          <ac:chgData name="SHRADHA GUTTEDAR" userId="8e9b0cfb86a17e2a" providerId="LiveId" clId="{25004289-469E-4426-BAB6-FBDEBD79122E}" dt="2022-07-26T19:43:08.670" v="283" actId="14100"/>
          <ac:picMkLst>
            <pc:docMk/>
            <pc:sldMk cId="2863671094" sldId="350"/>
            <ac:picMk id="5" creationId="{67F9EE96-995F-3452-0AD9-5814E37B0497}"/>
          </ac:picMkLst>
        </pc:picChg>
      </pc:sldChg>
      <pc:sldChg chg="modSp mod">
        <pc:chgData name="SHRADHA GUTTEDAR" userId="8e9b0cfb86a17e2a" providerId="LiveId" clId="{25004289-469E-4426-BAB6-FBDEBD79122E}" dt="2022-07-26T19:56:35.476" v="388"/>
        <pc:sldMkLst>
          <pc:docMk/>
          <pc:sldMk cId="3566682723" sldId="351"/>
        </pc:sldMkLst>
        <pc:spChg chg="mod">
          <ac:chgData name="SHRADHA GUTTEDAR" userId="8e9b0cfb86a17e2a" providerId="LiveId" clId="{25004289-469E-4426-BAB6-FBDEBD79122E}" dt="2022-07-26T19:56:35.476" v="388"/>
          <ac:spMkLst>
            <pc:docMk/>
            <pc:sldMk cId="3566682723" sldId="351"/>
            <ac:spMk id="2" creationId="{143D88B5-C460-9D96-3783-61B68052A54A}"/>
          </ac:spMkLst>
        </pc:spChg>
        <pc:picChg chg="mod">
          <ac:chgData name="SHRADHA GUTTEDAR" userId="8e9b0cfb86a17e2a" providerId="LiveId" clId="{25004289-469E-4426-BAB6-FBDEBD79122E}" dt="2022-07-26T19:56:35.476" v="388"/>
          <ac:picMkLst>
            <pc:docMk/>
            <pc:sldMk cId="3566682723" sldId="351"/>
            <ac:picMk id="5" creationId="{31EDA5EA-0746-DD46-A967-4525E2C9ECE6}"/>
          </ac:picMkLst>
        </pc:picChg>
      </pc:sldChg>
      <pc:sldChg chg="modSp">
        <pc:chgData name="SHRADHA GUTTEDAR" userId="8e9b0cfb86a17e2a" providerId="LiveId" clId="{25004289-469E-4426-BAB6-FBDEBD79122E}" dt="2022-07-26T19:56:35.476" v="388"/>
        <pc:sldMkLst>
          <pc:docMk/>
          <pc:sldMk cId="1388544024" sldId="352"/>
        </pc:sldMkLst>
        <pc:spChg chg="mod">
          <ac:chgData name="SHRADHA GUTTEDAR" userId="8e9b0cfb86a17e2a" providerId="LiveId" clId="{25004289-469E-4426-BAB6-FBDEBD79122E}" dt="2022-07-26T19:56:35.476" v="388"/>
          <ac:spMkLst>
            <pc:docMk/>
            <pc:sldMk cId="1388544024" sldId="352"/>
            <ac:spMk id="3" creationId="{F9AAAFEA-A03A-53A3-450A-1720ED3C8978}"/>
          </ac:spMkLst>
        </pc:spChg>
      </pc:sldChg>
      <pc:sldChg chg="modSp mod">
        <pc:chgData name="SHRADHA GUTTEDAR" userId="8e9b0cfb86a17e2a" providerId="LiveId" clId="{25004289-469E-4426-BAB6-FBDEBD79122E}" dt="2022-07-26T19:56:35.476" v="388"/>
        <pc:sldMkLst>
          <pc:docMk/>
          <pc:sldMk cId="2265374840" sldId="353"/>
        </pc:sldMkLst>
        <pc:spChg chg="mod">
          <ac:chgData name="SHRADHA GUTTEDAR" userId="8e9b0cfb86a17e2a" providerId="LiveId" clId="{25004289-469E-4426-BAB6-FBDEBD79122E}" dt="2022-07-26T19:56:35.476" v="388"/>
          <ac:spMkLst>
            <pc:docMk/>
            <pc:sldMk cId="2265374840" sldId="353"/>
            <ac:spMk id="2" creationId="{7A38FE59-F753-261E-A3D6-BFE089738DA7}"/>
          </ac:spMkLst>
        </pc:spChg>
        <pc:spChg chg="mod">
          <ac:chgData name="SHRADHA GUTTEDAR" userId="8e9b0cfb86a17e2a" providerId="LiveId" clId="{25004289-469E-4426-BAB6-FBDEBD79122E}" dt="2022-07-26T19:56:35.476" v="388"/>
          <ac:spMkLst>
            <pc:docMk/>
            <pc:sldMk cId="2265374840" sldId="353"/>
            <ac:spMk id="3" creationId="{47AECDDF-4AF1-0137-9844-8A3240EB36B9}"/>
          </ac:spMkLst>
        </pc:spChg>
      </pc:sldChg>
      <pc:sldChg chg="modSp">
        <pc:chgData name="SHRADHA GUTTEDAR" userId="8e9b0cfb86a17e2a" providerId="LiveId" clId="{25004289-469E-4426-BAB6-FBDEBD79122E}" dt="2022-07-26T19:56:35.476" v="388"/>
        <pc:sldMkLst>
          <pc:docMk/>
          <pc:sldMk cId="1692122784" sldId="354"/>
        </pc:sldMkLst>
        <pc:spChg chg="mod">
          <ac:chgData name="SHRADHA GUTTEDAR" userId="8e9b0cfb86a17e2a" providerId="LiveId" clId="{25004289-469E-4426-BAB6-FBDEBD79122E}" dt="2022-07-26T19:56:35.476" v="388"/>
          <ac:spMkLst>
            <pc:docMk/>
            <pc:sldMk cId="1692122784" sldId="354"/>
            <ac:spMk id="2" creationId="{CBB67DB8-80AE-0670-ACC1-D58C79E7608D}"/>
          </ac:spMkLst>
        </pc:spChg>
      </pc:sldChg>
      <pc:sldChg chg="modSp">
        <pc:chgData name="SHRADHA GUTTEDAR" userId="8e9b0cfb86a17e2a" providerId="LiveId" clId="{25004289-469E-4426-BAB6-FBDEBD79122E}" dt="2022-07-26T19:56:35.476" v="388"/>
        <pc:sldMkLst>
          <pc:docMk/>
          <pc:sldMk cId="3524144576" sldId="355"/>
        </pc:sldMkLst>
        <pc:spChg chg="mod">
          <ac:chgData name="SHRADHA GUTTEDAR" userId="8e9b0cfb86a17e2a" providerId="LiveId" clId="{25004289-469E-4426-BAB6-FBDEBD79122E}" dt="2022-07-26T19:56:35.476" v="388"/>
          <ac:spMkLst>
            <pc:docMk/>
            <pc:sldMk cId="3524144576" sldId="355"/>
            <ac:spMk id="2" creationId="{8F07FEB3-3472-B914-07E4-39BD37C23E61}"/>
          </ac:spMkLst>
        </pc:spChg>
        <pc:spChg chg="mod">
          <ac:chgData name="SHRADHA GUTTEDAR" userId="8e9b0cfb86a17e2a" providerId="LiveId" clId="{25004289-469E-4426-BAB6-FBDEBD79122E}" dt="2022-07-26T19:56:35.476" v="388"/>
          <ac:spMkLst>
            <pc:docMk/>
            <pc:sldMk cId="3524144576" sldId="355"/>
            <ac:spMk id="3" creationId="{9B9C45F4-12E2-A9A7-049D-B632C845160E}"/>
          </ac:spMkLst>
        </pc:spChg>
      </pc:sldChg>
      <pc:sldChg chg="modSp mod">
        <pc:chgData name="SHRADHA GUTTEDAR" userId="8e9b0cfb86a17e2a" providerId="LiveId" clId="{25004289-469E-4426-BAB6-FBDEBD79122E}" dt="2022-07-26T19:56:35.476" v="388"/>
        <pc:sldMkLst>
          <pc:docMk/>
          <pc:sldMk cId="2498709495" sldId="356"/>
        </pc:sldMkLst>
        <pc:spChg chg="mod">
          <ac:chgData name="SHRADHA GUTTEDAR" userId="8e9b0cfb86a17e2a" providerId="LiveId" clId="{25004289-469E-4426-BAB6-FBDEBD79122E}" dt="2022-07-26T19:56:35.476" v="388"/>
          <ac:spMkLst>
            <pc:docMk/>
            <pc:sldMk cId="2498709495" sldId="356"/>
            <ac:spMk id="2" creationId="{06AB8E82-5EF8-8DF7-9DE7-BAFCB58A6E42}"/>
          </ac:spMkLst>
        </pc:spChg>
        <pc:spChg chg="mod">
          <ac:chgData name="SHRADHA GUTTEDAR" userId="8e9b0cfb86a17e2a" providerId="LiveId" clId="{25004289-469E-4426-BAB6-FBDEBD79122E}" dt="2022-07-26T19:56:35.476" v="388"/>
          <ac:spMkLst>
            <pc:docMk/>
            <pc:sldMk cId="2498709495" sldId="356"/>
            <ac:spMk id="3" creationId="{7C8AB507-E5BC-9545-FC79-8B2377853D31}"/>
          </ac:spMkLst>
        </pc:spChg>
      </pc:sldChg>
      <pc:sldChg chg="modSp add mod">
        <pc:chgData name="SHRADHA GUTTEDAR" userId="8e9b0cfb86a17e2a" providerId="LiveId" clId="{25004289-469E-4426-BAB6-FBDEBD79122E}" dt="2022-07-26T19:40:34.734" v="275" actId="27636"/>
        <pc:sldMkLst>
          <pc:docMk/>
          <pc:sldMk cId="4120418165" sldId="358"/>
        </pc:sldMkLst>
        <pc:spChg chg="mod">
          <ac:chgData name="SHRADHA GUTTEDAR" userId="8e9b0cfb86a17e2a" providerId="LiveId" clId="{25004289-469E-4426-BAB6-FBDEBD79122E}" dt="2022-07-26T19:40:34.734" v="275" actId="27636"/>
          <ac:spMkLst>
            <pc:docMk/>
            <pc:sldMk cId="4120418165" sldId="358"/>
            <ac:spMk id="2" creationId="{0BDA2045-2E64-C63F-D3A7-BF43ADBDC5AA}"/>
          </ac:spMkLst>
        </pc:spChg>
      </pc:sldChg>
      <pc:sldChg chg="modSp add mod">
        <pc:chgData name="SHRADHA GUTTEDAR" userId="8e9b0cfb86a17e2a" providerId="LiveId" clId="{25004289-469E-4426-BAB6-FBDEBD79122E}" dt="2022-07-26T19:56:35.476" v="388"/>
        <pc:sldMkLst>
          <pc:docMk/>
          <pc:sldMk cId="979262167" sldId="359"/>
        </pc:sldMkLst>
        <pc:spChg chg="mod">
          <ac:chgData name="SHRADHA GUTTEDAR" userId="8e9b0cfb86a17e2a" providerId="LiveId" clId="{25004289-469E-4426-BAB6-FBDEBD79122E}" dt="2022-07-26T19:56:35.476" v="388"/>
          <ac:spMkLst>
            <pc:docMk/>
            <pc:sldMk cId="979262167" sldId="359"/>
            <ac:spMk id="2" creationId="{53189649-6FD9-BF25-1A20-D440D04E39FB}"/>
          </ac:spMkLst>
        </pc:spChg>
      </pc:sldChg>
      <pc:sldChg chg="add">
        <pc:chgData name="SHRADHA GUTTEDAR" userId="8e9b0cfb86a17e2a" providerId="LiveId" clId="{25004289-469E-4426-BAB6-FBDEBD79122E}" dt="2022-07-26T19:40:34.642" v="274"/>
        <pc:sldMkLst>
          <pc:docMk/>
          <pc:sldMk cId="262054933" sldId="360"/>
        </pc:sldMkLst>
      </pc:sldChg>
      <pc:sldChg chg="add">
        <pc:chgData name="SHRADHA GUTTEDAR" userId="8e9b0cfb86a17e2a" providerId="LiveId" clId="{25004289-469E-4426-BAB6-FBDEBD79122E}" dt="2022-07-26T19:40:34.642" v="274"/>
        <pc:sldMkLst>
          <pc:docMk/>
          <pc:sldMk cId="3858930172" sldId="361"/>
        </pc:sldMkLst>
      </pc:sldChg>
      <pc:sldChg chg="addSp delSp modSp new mod">
        <pc:chgData name="SHRADHA GUTTEDAR" userId="8e9b0cfb86a17e2a" providerId="LiveId" clId="{25004289-469E-4426-BAB6-FBDEBD79122E}" dt="2022-07-26T23:17:58.565" v="442" actId="14100"/>
        <pc:sldMkLst>
          <pc:docMk/>
          <pc:sldMk cId="1190999692" sldId="362"/>
        </pc:sldMkLst>
        <pc:spChg chg="del">
          <ac:chgData name="SHRADHA GUTTEDAR" userId="8e9b0cfb86a17e2a" providerId="LiveId" clId="{25004289-469E-4426-BAB6-FBDEBD79122E}" dt="2022-07-26T23:17:41.138" v="438" actId="22"/>
          <ac:spMkLst>
            <pc:docMk/>
            <pc:sldMk cId="1190999692" sldId="362"/>
            <ac:spMk id="3" creationId="{9C572B66-5A46-F60A-DA9C-FEC60DFA7D2F}"/>
          </ac:spMkLst>
        </pc:spChg>
        <pc:picChg chg="add mod ord">
          <ac:chgData name="SHRADHA GUTTEDAR" userId="8e9b0cfb86a17e2a" providerId="LiveId" clId="{25004289-469E-4426-BAB6-FBDEBD79122E}" dt="2022-07-26T23:17:58.565" v="442" actId="14100"/>
          <ac:picMkLst>
            <pc:docMk/>
            <pc:sldMk cId="1190999692" sldId="362"/>
            <ac:picMk id="5" creationId="{F0D893F3-427F-2529-48CC-017CEF745865}"/>
          </ac:picMkLst>
        </pc:picChg>
      </pc:sldChg>
    </pc:docChg>
  </pc:docChgLst>
</pc:chgInfo>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1:10.412"/>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1:15.435"/>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1:42.868"/>
    </inkml:context>
    <inkml:brush xml:id="br0">
      <inkml:brushProperty name="width" value="0.05" units="cm"/>
      <inkml:brushProperty name="height" value="0.05" units="cm"/>
      <inkml:brushProperty name="color" value="#E71224"/>
    </inkml:brush>
  </inkml:definitions>
  <inkml:trace contextRef="#ctx0" brushRef="#br0">0 0 24575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1:44.126"/>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1:52.731"/>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1:54.032"/>
    </inkml:context>
    <inkml:brush xml:id="br0">
      <inkml:brushProperty name="width" value="0.05" units="cm"/>
      <inkml:brushProperty name="height" value="0.05" units="cm"/>
      <inkml:brushProperty name="color" value="#E71224"/>
    </inkml:brush>
  </inkml:definitions>
  <inkml:trace contextRef="#ctx0" brushRef="#br0">1 0 24575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1:58.372"/>
    </inkml:context>
    <inkml:brush xml:id="br0">
      <inkml:brushProperty name="width" value="0.05" units="cm"/>
      <inkml:brushProperty name="height" value="0.05" units="cm"/>
      <inkml:brushProperty name="color" value="#E71224"/>
    </inkml:brush>
  </inkml:definitions>
  <inkml:trace contextRef="#ctx0" brushRef="#br0">1 0 24575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1:59.930"/>
    </inkml:context>
    <inkml:brush xml:id="br0">
      <inkml:brushProperty name="width" value="0.05" units="cm"/>
      <inkml:brushProperty name="height" value="0.05" units="cm"/>
      <inkml:brushProperty name="color" value="#E71224"/>
    </inkml:brush>
  </inkml:definitions>
  <inkml:trace contextRef="#ctx0" brushRef="#br0">1 0 24575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2:01.471"/>
    </inkml:context>
    <inkml:brush xml:id="br0">
      <inkml:brushProperty name="width" value="0.05" units="cm"/>
      <inkml:brushProperty name="height" value="0.05" units="cm"/>
      <inkml:brushProperty name="color" value="#E71224"/>
    </inkml:brush>
  </inkml:definitions>
  <inkml:trace contextRef="#ctx0" brushRef="#br0">0 0 24575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1:35.273"/>
    </inkml:context>
    <inkml:brush xml:id="br0">
      <inkml:brushProperty name="width" value="0.05" units="cm"/>
      <inkml:brushProperty name="height" value="0.05" units="cm"/>
      <inkml:brushProperty name="color" value="#E71224"/>
    </inkml:brush>
  </inkml:definitions>
  <inkml:trace contextRef="#ctx0" brushRef="#br0">0 1 24575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2:05.075"/>
    </inkml:context>
    <inkml:brush xml:id="br0">
      <inkml:brushProperty name="width" value="0.05" units="cm"/>
      <inkml:brushProperty name="height" value="0.05" units="cm"/>
      <inkml:brushProperty name="color" value="#E71224"/>
    </inkml:brush>
  </inkml:definitions>
  <inkml:trace contextRef="#ctx0" brushRef="#br0">0 0 24575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6:14.341"/>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6:18.301"/>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6:19.972"/>
    </inkml:context>
    <inkml:brush xml:id="br0">
      <inkml:brushProperty name="width" value="0.05" units="cm"/>
      <inkml:brushProperty name="height" value="0.05" units="cm"/>
      <inkml:brushProperty name="color" value="#E71224"/>
    </inkml:brush>
  </inkml:definitions>
  <inkml:trace contextRef="#ctx0" brushRef="#br0">0 1 24575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6:22.718"/>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6:29.228"/>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6:38.577"/>
    </inkml:context>
    <inkml:brush xml:id="br0">
      <inkml:brushProperty name="width" value="0.05" units="cm"/>
      <inkml:brushProperty name="height" value="0.05" units="cm"/>
      <inkml:brushProperty name="color" value="#E71224"/>
    </inkml:brush>
  </inkml:definitions>
  <inkml:trace contextRef="#ctx0" brushRef="#br0">0 1 24575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6-01T10:18:03.55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1T10:16:34.661"/>
    </inkml:context>
    <inkml:brush xml:id="br0">
      <inkml:brushProperty name="width" value="0.05" units="cm"/>
      <inkml:brushProperty name="height" value="0.05" units="cm"/>
      <inkml:brushProperty name="color" value="#E71224"/>
    </inkml:brush>
  </inkml:definitions>
  <inkml:trace contextRef="#ctx0" brushRef="#br0">0 0 24575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5-19T22:31:40.876"/>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9T22:32:20.593"/>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9T22:32:20.92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7:08:28.908"/>
    </inkml:context>
    <inkml:brush xml:id="br0">
      <inkml:brushProperty name="width" value="0.05" units="cm"/>
      <inkml:brushProperty name="height" value="0.05" units="cm"/>
      <inkml:brushProperty name="color" value="#E71224"/>
    </inkml:brush>
  </inkml:definitions>
  <inkml:trace contextRef="#ctx0" brushRef="#br0">2332 0 24575,'-2175'0'0,"2158"0"0,0 1 0,-29 6 0,40-6 0,1 0 0,-1 1 0,1-1 0,0 1 0,0 0 0,0 1 0,0-1 0,0 1 0,0 0 0,1 0 0,-1 0 0,-3 5 0,7-8 0,0 1 0,1 0 0,-1-1 0,1 1 0,-1 0 0,1-1 0,-1 1 0,1 0 0,-1-1 0,1 1 0,0 0 0,-1 0 0,1 0 0,0-1 0,0 1 0,0 0 0,-1 0 0,1 0 0,0 0 0,0-1 0,0 1 0,1 0 0,-1 0 0,0 0 0,0 0 0,0-1 0,0 1 0,1 0 0,-1 0 0,0 0 0,1-1 0,-1 1 0,1 0 0,-1-1 0,1 1 0,-1 0 0,1-1 0,-1 1 0,1 0 0,0-1 0,-1 1 0,1-1 0,0 1 0,-1-1 0,1 0 0,0 1 0,0-1 0,0 0 0,-1 1 0,1-1 0,0 0 0,1 0 0,5 3 0,1-1 0,-1-1 0,0 1 0,11 0 0,2-1 0,-14-1 0,0 0 0,0 0 0,-1 1 0,1 0 0,0 0 0,0 0 0,6 3 0,-10-3 0,-1 1 0,1-1 0,0 0 0,-1 0 0,1 1 0,-1-1 0,1 1 0,-1-1 0,0 1 0,0-1 0,1 1 0,-1 0 0,0 0 0,-1 0 0,1-1 0,0 1 0,0 0 0,-1 0 0,1 0 0,-1 0 0,0 0 0,1 0 0,-1 0 0,0 0 0,-1 4 0,-1 27 0,-2-1 0,-1 0 0,-9 31 0,-6 33 0,-1 53 0,-20 127 0,36-247 0,2 1 0,1 0 0,3 33 0,13 89 0,-12-136 0,51 343 0,-48-332 0,23 172 0,39 198 0,33 32 0,-11-39 0,-30-179 0,-27-106 0,26 154 0,-20-69 0,-23-125 0,-2 1 0,6 106 0,-5 45 0,0 0 0,-13 171 0,-2-196 0,-1-160 0,-10 61 0,3-38 0,-2 18 0,0-2 0,-1 86 0,11 716 0,3-381 0,-2 96 0,-1-570 0,-1-1 0,-5 25 0,0-4 0,7-37 0,0 1 0,0-1 0,0 0 0,0 1 0,0-1 0,0 0 0,0 1 0,0-1 0,0 0 0,0 1 0,1-1 0,-1 0 0,1 3 0,0-4 0,-1 0 0,0 1 0,1-1 0,-1 1 0,1-1 0,-1 0 0,0 0 0,1 1 0,-1-1 0,1 0 0,-1 1 0,1-1 0,-1 0 0,1 0 0,-1 0 0,1 0 0,-1 1 0,1-1 0,-1 0 0,1 0 0,-1 0 0,1 0 0,0 0 0,4-2 0,0 1 0,0 0 0,0-1 0,0 0 0,8-5 0,9-3 0,13-1 0,-15 4 0,1 0 0,0 2 0,0 0 0,31-2 0,11 5 0,71 6 0,-122-2 0,1 0 0,-1 2 0,0-1 0,16 8 0,-19-7 0,0 0 0,0-1 0,0 0 0,0-1 0,0 0 0,1 0 0,12 0 0,-21-2 0,-1 0 0,1 0 0,0 0 0,-1 0 0,1 0 0,0 0 0,0 0 0,-1 0 0,1-1 0,0 1 0,-1 0 0,1 0 0,0-1 0,-1 1 0,1 0 0,-1-1 0,1 1 0,0-1 0,-1 1 0,1-1 0,-1 1 0,1-1 0,-1 1 0,1-1 0,-1 1 0,0-1 0,1 0 0,-1 1 0,1-2 0,-1 1 0,0-1 0,0 0 0,0 1 0,0-1 0,0 1 0,0-1 0,-1 0 0,1 1 0,0-1 0,-1 0 0,1 1 0,-2-2 0,-1-5 0,-1 1 0,0-1 0,-10-12 0,-4 0 0,13 14 0,0 1 0,0-1 0,0 1 0,1-1 0,0-1 0,0 1 0,1-1 0,0 1 0,0-1 0,0 0 0,1 0 0,-2-11 0,-15-64 0,19 82 0,0 0 0,0 0 0,0 0 0,0 0 0,0 0 0,0 0 0,0 0 0,0 0 0,0-1 0,-1 1 0,1 0 0,0 0 0,0 0 0,0 0 0,0 0 0,0 0 0,0 0 0,0 0 0,0-1 0,0 1 0,0 0 0,0 0 0,0 0 0,0 0 0,0 0 0,0 0 0,0 0 0,0-1 0,0 1 0,1 0 0,-1 0 0,0 0 0,0 0 0,0 0 0,0 0 0,0 0 0,0 0 0,0 0 0,0 0 0,0-1 0,0 1 0,0 0 0,0 0 0,1 0 0,-1 0 0,0 0 0,0 0 0,0 0 0,0 0 0,0 0 0,0 0 0,0 0 0,0 0 0,1 0 0,6 5 0,8 10 0,54 63 0,16 21 0,-81-93 0,0 0 0,0 0 0,0 0 0,-1 0 0,0 1 0,0 0 0,-1-1 0,3 13 0,-4-16 0,-1-1 0,0 1 0,0-1 0,0 1 0,0-1 0,0 1 0,-1-1 0,1 1 0,-1-1 0,1 0 0,-1 1 0,0-1 0,0 0 0,0 1 0,0-1 0,-1 0 0,1 0 0,0 0 0,-1 0 0,0 0 0,1 0 0,-1-1 0,0 1 0,0 0 0,0-1 0,0 0 0,0 1 0,-4 0 0,-48 24 0,41-21 0,0 0 0,0 1 0,1 1 0,0 0 0,0 1 0,-13 11 0,-3 8 0,18-16 0,-1 0 0,0-1 0,-1-1 0,0 0 0,-23 14 0,35-23 0,0 0 0,0 0 0,-1 0 0,1 1 0,0-1 0,0 0 0,0 0 0,0 0 0,-1 0 0,1 0 0,0 0 0,0 0 0,0 0 0,0 0 0,-1 0 0,1 0 0,0 0 0,0 0 0,0 0 0,0 0 0,-1 0 0,1 0 0,0 0 0,0 0 0,0 0 0,0 0 0,-1 0 0,1 0 0,0 0 0,0 0 0,0 0 0,0-1 0,-1 1 0,1 0 0,0 0 0,0 0 0,0 0 0,0 0 0,0 0 0,0-1 0,0 1 0,-1 0 0,1 0 0,0 0 0,1-11 0,9-14 0,-9 23 0,7-14 0,1 0 0,14-19 0,-4 7 0,-16 22 0,0 0 0,0 0 0,-1-1 0,0 1 0,0-1 0,0 1 0,1-14 0,-2 11 0,0 0 0,1 1 0,5-15 0,-5 19 33,0 1 0,1 0 0,-1-1 0,1 1 0,-1 0 0,1 0 0,0 0 0,0 0 0,6-3 0,34-21-974,-34 22 187,10-6-6072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7:08:48.407"/>
    </inkml:context>
    <inkml:brush xml:id="br0">
      <inkml:brushProperty name="width" value="0.05" units="cm"/>
      <inkml:brushProperty name="height" value="0.05" units="cm"/>
      <inkml:brushProperty name="color" value="#E71224"/>
    </inkml:brush>
  </inkml:definitions>
  <inkml:trace contextRef="#ctx0" brushRef="#br0">1 88 24575,'11'0'0,"88"0"0,185-22 0,-157-5 0,-72 14 0,0 3 0,61-5 0,-100 14 0,0 1 0,1 1 0,-1 0 0,1 1 0,-1 1 0,0 0 0,0 1 0,28 12 0,-34-10 0,-1 1 0,-1 0 0,1 0 0,-1 1 0,0 0 0,-1 0 0,9 12 0,10 11 0,46 43 0,35 40 0,-56-53 0,-3 2 0,77 137 0,-84-102 0,-3-7 0,21 44 0,2 3 0,-39-90 0,31 96 0,-1 55 0,-35-118 0,11 42 0,10 39 0,-6-18 0,25 98 0,-39-159 0,-7-38 0,-2 1 0,-2 0 0,2 62 0,-12 907 0,18-819 0,-1-26 0,-12 525 0,-4-358 0,2 984 0,2-1291 0,2 0 0,0 0 0,2 0 0,2-1 0,13 36 0,-10-30 0,0 1 0,8 61 0,-16-70 0,-2 0 0,-1 0 0,-1 0 0,-2 0 0,-10 50 0,3-41 0,-1-1 0,-2 0 0,-31 59 0,24-51 0,1 1 0,3 1 0,1 0 0,-15 87 0,-6 29 0,36-159 0,0 0 0,-1 1 0,1-1 0,-1 0 0,0 0 0,0 1 0,0-1 0,0 0 0,0 0 0,0 0 0,0 0 0,-1 0 0,1 0 0,-1-1 0,0 1 0,1 0 0,-1-1 0,0 1 0,0-1 0,0 0 0,0 1 0,0-1 0,0 0 0,0 0 0,0 0 0,-1-1 0,1 1 0,0 0 0,0-1 0,-4 1 0,-4-1 0,0-1 0,-1 0 0,1 0 0,0-1 0,-18-5 0,-6 0 0,-37-1 0,0 3 0,-89 6 0,57 1 0,86-3 0,0-1 0,0 0 0,-21-6 0,18 3 0,-39-4 0,8 7 0,21 2 0,0-2 0,-35-6 0,25 1 0,-82-2 0,50 6 0,68 3 0,1 0 0,0-1 0,-1 1 0,1-1 0,0 0 0,0 0 0,-1 0 0,1-1 0,0 1 0,0 0 0,0-1 0,1 0 0,-1 0 0,0 0 0,1 0 0,-1 0 0,1-1 0,-4-3 0,5 3 0,-1 1 0,1-1 0,0 1 0,0-1 0,0 1 0,0-1 0,0 0 0,1 0 0,-1 1 0,1-1 0,0 0 0,0 0 0,0 0 0,0 1 0,0-1 0,1 0 0,-1 0 0,1 1 0,0-1 0,0 0 0,0 1 0,2-5 0,1 1 0,1-1 0,0 1 0,1 0 0,-1 0 0,1 0 0,1 1 0,-1 0 0,1 0 0,-1 0 0,11-4 0,24-19 0,-34 22 0,10-8 0,-15 12 0,-11 8 0,-113 67 0,23-14 0,98-59 0,0 0 0,-1 1 0,1 0 0,0-1 0,0 1 0,0 0 0,0-1 0,0 1 0,0 0 0,1 0 0,-1 0 0,0 0 0,0 0 0,1 0 0,-1 0 0,0 0 0,1 0 0,-1 0 0,1 0 0,-1 0 0,1 1 0,0-1 0,0 0 0,-1 0 0,1 0 0,0 1 0,0-1 0,0 0 0,0 0 0,0 0 0,0 1 0,1-1 0,-1 0 0,1 2 0,2 2 0,0-1 0,0 0 0,0 0 0,0 0 0,1 0 0,0-1 0,4 4 0,9 9 0,12 10 0,-22-21 0,0 1 0,0 0 0,10 13 0,-10-10 0,0-1 0,-1 1 0,-1 1 0,9 17 0,-14-27 0,-1 0 0,1 0 0,0 0 0,0 0 0,0 0 0,-1 0 0,1 0 0,0 0 0,0-1 0,0 1 0,-1 0 0,1 0 0,0 0 0,0 0 0,0 0 0,-1 1 0,1-1 0,0 0 0,0 0 0,0 0 0,-1 0 0,1 0 0,0 0 0,0 0 0,0 0 0,-1 0 0,1 0 0,0 1 0,0-1 0,0 0 0,0 0 0,0 0 0,-1 0 0,1 0 0,0 1 0,0-1 0,0 0 0,0 0 0,0 0 0,0 0 0,0 1 0,0-1 0,0 0 0,0 0 0,0 0 0,-1 1 0,1-1 0,0 0 0,0 0 0,0 0 0,1 1 0,-1-1 0,0 0 0,0 0 0,0 0 0,0 1 0,0-1 0,0 0 0,0 0 0,0 0 0,0 1 0,0-1 0,1 0 0,-16-11 0,7-1 0,0 0 0,1-1 0,1 0 0,0 0 0,1-1 0,0 1 0,1-1 0,-3-18 0,3 5-455,2 1 0,2-30 0,0 32-6371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7:10:05.860"/>
    </inkml:context>
    <inkml:brush xml:id="br0">
      <inkml:brushProperty name="width" value="0.05" units="cm"/>
      <inkml:brushProperty name="height" value="0.05" units="cm"/>
      <inkml:brushProperty name="color" value="#F6630D"/>
    </inkml:brush>
  </inkml:definitions>
  <inkml:trace contextRef="#ctx0" brushRef="#br0">3164 1 24575,'-2223'0'0,"2057"12"0,32 0 0,-266-8 0,252-5 0,143 1 0,-6-1 0,1 2 0,0-1 0,-20 5 0,28-5 0,1 1 0,-1-1 0,0 1 0,1-1 0,-1 1 0,1 0 0,-1 0 0,1 0 0,-1 0 0,1 0 0,0 0 0,-1 0 0,0 2 0,1-2 0,1 0 0,-1 0 0,1 0 0,-1 0 0,1 0 0,0 0 0,-1 0 0,1 0 0,0 1 0,0-1 0,0 0 0,0 0 0,0 0 0,0 0 0,0 0 0,0 0 0,1 0 0,-1 0 0,0 0 0,1 0 0,-1 0 0,1 0 0,0 1 0,43 71 0,-28-40 0,1 0 0,-2 1 0,0 0 0,13 55 0,-11-21 0,-4-13 0,11 80 0,2 186 0,-17 18 0,-9-246 0,-14 68 0,0-8 0,1 76 0,0-26 0,-3 82 0,-1 94 0,21-274 0,4 0 0,26 127 0,56 375 0,-26-156 0,-37-195 0,-25-221 0,25 136 0,-16-112 0,5 69 0,-14 280 0,-1-22 0,12-250 0,1 37 0,-16-54 0,4 101 0,0-203 0,9 33 0,1 14 0,-7 278 0,-7-194 0,2 99 0,0-244 0,0 1 0,0 0 0,0 0 0,1-1 0,0 1 0,-1 0 0,1-1 0,1 1 0,-1-1 0,3 6 0,-3-8 0,0 0 0,0 1 0,0-1 0,0 0 0,0 0 0,0 0 0,1 0 0,-1 0 0,0 0 0,1 0 0,-1 0 0,1-1 0,-1 1 0,1-1 0,-1 1 0,1-1 0,-1 1 0,1-1 0,0 0 0,-1 0 0,1 1 0,-1-1 0,1-1 0,0 1 0,-1 0 0,4-1 0,7-2 0,-1 0 0,1-1 0,-1 0 0,14-8 0,-14 7 0,0 0 0,0 1 0,0 0 0,23-4 0,3 4 0,0 3 0,41 3 0,-36 0 0,45-4 0,-68-1 0,30-8 0,-32 7 0,0 0 0,23-2 0,22 3 0,1 3 0,-1 3 0,86 14 0,-106-12 0,73 0 0,-22-2 0,-76-1 0,-1 1 0,21 6 0,-27-6 0,0 0 0,1 0 0,-1-1 0,1-1 0,-1 0 0,1-1 0,11 0 0,-22 0 0,0 0 0,0 0 0,1 0 0,-1 0 0,0 0 0,0 0 0,0 0 0,0 0 0,0 0 0,1 0 0,-1 0 0,0 0 0,0 0 0,0 0 0,0 0 0,0 0 0,1 0 0,-1 0 0,0-1 0,0 1 0,0 0 0,0 0 0,0 0 0,0 0 0,0 0 0,1 0 0,-1 0 0,0-1 0,0 1 0,0 0 0,0 0 0,0 0 0,0 0 0,0 0 0,0-1 0,0 1 0,0 0 0,0 0 0,0 0 0,0 0 0,0 0 0,0-1 0,-5-5 0,-11-5 0,-40-17 0,42 21 0,0 1 0,0-2 0,1 0 0,-1 0 0,-13-13 0,18 12 0,0 0 0,0-1 0,-10-16 0,16 23 0,1 0 0,0-1 0,0 1 0,0 0 0,0-1 0,1 0 0,0 1 0,-1-1 0,1 0 0,1 0 0,-1 0 0,0 0 0,1 1 0,0-1 0,0-7 0,0 10 0,1 0 0,-1 1 0,0-1 0,0 0 0,1 0 0,-1 0 0,1 0 0,-1 0 0,1 0 0,-1 0 0,1 1 0,0-1 0,-1 0 0,1 1 0,0-1 0,-1 0 0,1 1 0,0-1 0,0 1 0,0-1 0,-1 1 0,1-1 0,0 1 0,0 0 0,0-1 0,0 1 0,0 0 0,0 0 0,0-1 0,0 1 0,0 0 0,0 0 0,0 0 0,0 0 0,0 1 0,0-1 0,0 0 0,0 0 0,0 1 0,0-1 0,1 1 0,5 2 0,0 0 0,1 0 0,-1 1 0,7 5 0,-6-4 0,231 160 0,-192-130 0,-41-31 0,-1-1 0,-1 0 0,1 1 0,-1 0 0,7 7 0,-11-10 0,1 0 0,0-1 0,-1 1 0,1 0 0,-1 0 0,0 0 0,1-1 0,-1 1 0,1 0 0,-1 0 0,0 0 0,0 0 0,0 0 0,0 0 0,0 0 0,0 0 0,0 0 0,0 0 0,0 0 0,0 0 0,0-1 0,0 1 0,-1 0 0,1 0 0,0 0 0,-1 0 0,1 0 0,0 0 0,-1-1 0,1 1 0,-1 0 0,0 0 0,-1 1 0,-29 29 0,-68 49 0,85-70 0,-11 7 0,-1-1 0,-1-1 0,-1-1 0,-45 15 0,70-28 0,-1 1 0,0-1 0,0 0 0,0-1 0,0 1 0,0-1 0,-5 1 0,8-1 0,0-1 0,0 1 0,1 0 0,-1 0 0,0 0 0,0 0 0,0-1 0,1 1 0,-1 0 0,0 0 0,1-1 0,-1 1 0,0-1 0,1 1 0,-1-1 0,0 1 0,1-1 0,-1 1 0,1-1 0,-1 0 0,1 1 0,-1-1 0,1 0 0,-1 1 0,1-1 0,0 0 0,-1 1 0,1-1 0,0 0 0,0 0 0,0 0 0,-1 1 0,1-1 0,0 0 0,0 0 0,0 0 0,0 1 0,0-1 0,0 0 0,1 0 0,-1 0 0,2-10 0,0 0 0,0 0 0,1 0 0,0 0 0,1 1 0,0 0 0,1 0 0,0 0 0,1 0 0,0 1 0,0 0 0,9-9 0,-7 9 37,-1 0-1,0 0 1,0 0 0,-1-1-1,0 0 1,-1 0 0,6-17-1,-4 12-589,0 0 1,12-18-1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7:03:44.484"/>
    </inkml:context>
    <inkml:brush xml:id="br0">
      <inkml:brushProperty name="width" value="0.05" units="cm"/>
      <inkml:brushProperty name="height" value="0.05" units="cm"/>
      <inkml:brushProperty name="color" value="#E71224"/>
    </inkml:brush>
  </inkml:definitions>
  <inkml:trace contextRef="#ctx0" brushRef="#br0">709 88 24575,'81'1'0,"1"0"0,132-14 0,-54-13 0,-50 7 0,1 4 0,125 0 0,977 17 0,-686-3 0,-349 15 0,-31-1 0,417-11 0,-291-3 0,-235 0 0,71-9 0,-38 0 0,84 0 0,75 12 0,-84-1 0,-130-1 0,-1 1 0,0 0 0,0 1 0,0 0 0,0 1 0,26 9 0,-35-10 0,-1 1 0,0-1 0,-1 1 0,1 0 0,0 0 0,-1 0 0,0 0 0,1 1 0,-1 0 0,-1 0 0,1 0 0,-1 0 0,1 1 0,-1 0 0,0-1 0,-1 1 0,1 0 0,-1 0 0,0 0 0,0 1 0,-1-1 0,2 6 0,43 181 0,-2-6 0,-36-145 0,-2 0 0,0 69 0,-5-86 0,5 35 0,-2-38 0,-2 0 0,0 33 0,-2-51 0,-1 0 0,1 0 0,-1 0 0,1 0 0,-1 0 0,0 0 0,0 0 0,0 0 0,0 0 0,-1-1 0,1 1 0,-1-1 0,1 1 0,-1-1 0,0 1 0,0-1 0,0 0 0,0 0 0,-1 0 0,-3 2 0,-2 1 0,-1 0 0,0-1 0,0-1 0,-19 6 0,14-5 0,-14 4 0,0 0 0,-1-2 0,0-1 0,-48 2 0,34-4 0,-68 13 0,74-9 0,19-3 0,0 1 0,0 1 0,0 0 0,-23 14 0,24-12 0,-1 0 0,1-1 0,-1-1 0,-21 5 0,-4-4 0,16-3 0,0 1 0,0 1 0,-42 16 0,22-5 0,0-2 0,-1-3 0,-68 9 0,-35-7 0,40-6 0,-179 44 0,108-16 0,102-27 0,-1-3 0,-124-7 0,68-1 0,-55-12 0,47 2 0,-84 7 0,218 4 0,-1-1 0,1-1 0,0 0 0,0 0 0,0-1 0,-12-6 0,11 4 0,-1 2 0,1-1 0,-1 1 0,-13-2 0,-139-10 0,-97-1 0,50 7 0,202 9 0,-16-2 0,0 0 0,-1-1 0,1-2 0,-28-9 0,20 3 0,-1 3 0,-67-11 0,-74 2 0,154 17 0,-53-5 0,-264-32 0,74-2 0,260 39 0,-71-5 0,-111 4 0,-9 1 0,192 0 0,-1 1 0,1-1 0,0 0 0,0 0 0,0 0 0,0 0 0,0-1 0,0 1 0,1-1 0,-1 0 0,0 0 0,1-1 0,-1 1 0,1-1 0,0 0 0,0 1 0,-5-7 0,0-2 0,1 0 0,1-1 0,0 1 0,-6-18 0,-16-27 0,-4 8 0,18 28 0,-17-30 0,27 41 0,0 0 0,1 1 0,-1-1 0,2-1 0,0 1 0,0 0 0,-1-12 0,4-111 0,1 67 0,-2 59 0,0-1 0,1 1 0,-1 0 0,1-1 0,3-6 0,-3 10 0,0 1 0,0-1 0,0 1 0,1-1 0,-1 1 0,1-1 0,-1 1 0,1 0 0,0 0 0,0 0 0,0 0 0,0 0 0,1 1 0,2-3 0,4-3 0,-1 0 0,1-1 0,-2 0 0,1 0 0,-1-1 0,0 0 0,-1-1 0,6-9 0,17-24 0,8-12 0,-25 35 0,23-27 0,-29 41 0,0 0 0,0 1 0,1 0 0,0 0 0,0 1 0,0 0 0,0 0 0,1 0 0,-1 1 0,1 0 0,0 1 0,0 0 0,8-1 0,11-2 0,0 2 0,44 1 0,-40 1 0,1-1 0,0-2 0,-1-1 0,46-14 0,-64 16 21,0-2 42,1 2 0,-1 0 0,1 1 0,25-2 0,-37 4-115,1 0 1,-1 0-1,1 0 0,-1 1 1,1-1-1,-1 1 1,1-1-1,-1 1 1,0 0-1,1 0 1,-1 0-1,0 0 1,1 0-1,-1 1 1,0-1-1,0 1 1,0-1-1,0 1 0,-1 0 1,1 0-1,0-1 1,-1 2-1,1-1 1,-1 0-1,0 0 1,1 0-1,-1 0 1,0 1-1,0-1 1,-1 1-1,1-1 0,0 4 1,2 16-6775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7:05:48.154"/>
    </inkml:context>
    <inkml:brush xml:id="br0">
      <inkml:brushProperty name="width" value="0.05" units="cm"/>
      <inkml:brushProperty name="height" value="0.05" units="cm"/>
      <inkml:brushProperty name="color" value="#E71224"/>
    </inkml:brush>
  </inkml:definitions>
  <inkml:trace contextRef="#ctx0" brushRef="#br0">1 828 24575,'0'3'0,"0"0"0,1 0 0,-1-1 0,1 1 0,-1-1 0,1 1 0,0 0 0,0-1 0,1 1 0,-1-1 0,0 0 0,1 1 0,-1-1 0,1 0 0,4 4 0,13 21 0,2 29 0,-14-37 0,0 1 0,15 26 0,-9-22 0,12 32 0,-20-44 0,-5-12 0,1 0 0,-1 1 0,0-1 0,1 0 0,-1 1 0,1-1 0,-1 0 0,1 0 0,-1 1 0,0-1 0,1 0 0,-1 0 0,1 0 0,-1 0 0,1 0 0,-1 0 0,1 0 0,-1 0 0,1 0 0,-1 0 0,1 0 0,-1 0 0,1 0 0,-1 0 0,0 0 0,1 0 0,-1 0 0,1 0 0,-1-1 0,1 1 0,0 0 0,18-9 0,-16 7 0,6-3 0,-1 1 0,0-1 0,0-1 0,-1 0 0,0 0 0,0 0 0,0-1 0,5-8 0,6-7 0,17-34 0,-23 36 0,0 1 0,1 1 0,20-23 0,-19 27 0,-3 1 0,0 2 0,1-1 0,0 2 0,1-1 0,0 2 0,1 0 0,24-12 0,-28 16 0,0 0 0,0 0 0,-1-1 0,1 0 0,-1-1 0,11-11 0,43-50 0,0-1 0,104-67 0,-53 46 0,-67 50 0,-2-3 0,55-67 0,-98 107 0,5-6 0,1 0 0,-1 1 0,1-1 0,1 1 0,18-13 0,-22 17 12,1 0-1,-1-1 1,0 0-1,0 0 1,-1 0-1,0-1 1,1 1-1,-2-1 1,5-8 0,9-12-1493,-4 9-5345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7:06:32.631"/>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1T07:43:43.339"/>
    </inkml:context>
    <inkml:brush xml:id="br0">
      <inkml:brushProperty name="width" value="0.05" units="cm"/>
      <inkml:brushProperty name="height" value="0.05" units="cm"/>
      <inkml:brushProperty name="color" value="#E71224"/>
    </inkml:brush>
  </inkml:definitions>
  <inkml:trace contextRef="#ctx0" brushRef="#br0">1 155 24575,'1'11'0,"0"-1"0,2 2 0,-1-2 0,1 1 0,0-1 0,1 1 0,9 17 0,-5-12 0,-2 0 0,6 19 0,-10-28 0,-1 2 0,2-2 0,0 1 0,0-1 0,6 13 0,-7-19 0,-1 1 0,1 0 0,-1 0 0,1 0 0,0-1 0,0 1 0,0-1 0,-1 1 0,2-1 0,-1 1 0,0-2 0,0 2 0,1-1 0,-1-1 0,0 1 0,0 0 0,1 0 0,0-1 0,-1 0 0,0 0 0,0 0 0,6 0 0,-1 0 0,1-1 0,-1-1 0,1 1 0,-1-1 0,0-1 0,10-3 0,43-25 0,-14 6 0,159-63 0,51-11 0,-249 96 0,17-6 0,163-57 0,-167 61 0,140-42 0,-153 44 42,2-1 54,0 1-1,18-4 0,-25 7-148,-1-1 1,0 1-1,0 0 0,0-1 0,0 1 0,1 0 0,-1 0 0,0 0 0,0 0 0,0 0 0,1 1 0,-2-1 0,2 0 1,-1 1-1,0-1 0,0 0 0,0 0 0,0 1 0,0 0 0,0 0 0,0-1 0,0 0 0,0 1 0,0 0 0,0 0 0,0-1 1,-1 2-1,1-1 0,0-1 0,0 1 0,0 2 0,2 13-6773</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7:04:57.273"/>
    </inkml:context>
    <inkml:brush xml:id="br0">
      <inkml:brushProperty name="width" value="0.05" units="cm"/>
      <inkml:brushProperty name="height" value="0.05" units="cm"/>
      <inkml:brushProperty name="color" value="#E71224"/>
    </inkml:brush>
  </inkml:definitions>
  <inkml:trace contextRef="#ctx0" brushRef="#br0">575 1 24575,'484'0'0,"-454"1"0,54 11 0,1-1 0,29 4 0,-69-7 0,50 1 0,545-7 0,-323-4 0,-260 5 0,1 2 0,64 15 0,-59-8 0,89 4 0,336-14 0,-234-4 0,529 2 0,-766-2 0,-1 0 0,0-1 0,0-1 0,0 0 0,0-1 0,26-13 0,12-3 0,-26 14 0,-1 0 0,1 2 0,0 2 0,1 0 0,35 2 0,15-1 0,-49-2 0,-24 2 0,0 1 0,1 0 0,-1 1 0,0-1 0,0 1 0,10 2 0,-14-2 0,0 1 0,-1-1 0,1 1 0,0 0 0,-1-1 0,1 1 0,-1 0 0,1 0 0,-1 0 0,1 1 0,-1-1 0,0 0 0,1 0 0,-1 1 0,0-1 0,0 1 0,0-1 0,0 1 0,0-1 0,-1 1 0,1 0 0,0-1 0,-1 1 0,1 0 0,-1 0 0,0-1 0,1 4 0,2 18 0,-1 37 0,-2-39 0,1 0 0,5 28 0,10 11 0,32 86 0,8 23 0,-45-132 0,7 26 0,-17-58 0,0 0 0,0 0 0,-1 0 0,0 0 0,0 1 0,0-1 0,0 0 0,-1 0 0,-1 6 0,1-9 0,0 0 0,1 0 0,-1 0 0,0-1 0,-1 1 0,1-1 0,0 1 0,0-1 0,-1 1 0,1-1 0,0 0 0,-1 1 0,0-1 0,1 0 0,-1 0 0,0 0 0,1 0 0,-1 0 0,0-1 0,-3 2 0,-4 0 0,0 0 0,-1-1 0,-10 1 0,-3 1 0,-70 7 0,-1-3 0,-101-7 0,92-1 0,82 3 0,-1 1 0,1 1 0,0 1 0,0 0 0,0 2 0,1 0 0,-27 14 0,-58 36 0,73-38 0,-59 26 0,49-29 0,-123 44 0,134-51 0,1-1 0,-2-2 0,-49 3 0,-177-9 0,233-3 0,0-2 0,0 0 0,1-2 0,-32-13 0,-40-11 0,15 12 0,-120-33 0,2 3 0,75 22 0,76 15 0,-1 2 0,0 3 0,-1 2 0,-61 1 0,-57 4 0,-83 3 0,106 11 0,-36 1 0,156-13 0,1 0 0,-24 6 0,-28 4 0,-282-8 0,208-6 0,-258 2 0,403 1 0,-1-1 0,0 0 0,1 0 0,-1-1 0,1 1 0,-1-1 0,1-1 0,-1 1 0,1-1 0,0 0 0,0 0 0,0 0 0,0-1 0,0 1 0,0-1 0,-6-5 0,-206-151 0,81 65 0,126 87 0,0-1 0,0-1 0,1 0 0,0 0 0,1 0 0,-9-14 0,13 17 0,0-1 0,0 0 0,1 0 0,0 0 0,1 0 0,0 0 0,0-1 0,0 1 0,1-1 0,0 0 0,0-11 0,1 12 0,0 0 0,0 0 0,0 0 0,1 0 0,0 1 0,1-1 0,-1 0 0,1 1 0,1-1 0,-1 1 0,1-1 0,0 1 0,1 0 0,-1 0 0,8-8 0,7-10 0,27-25 0,-36 39 0,-1 0 0,12-18 0,-15 20 0,0 0 0,1 0 0,0 1 0,0 0 0,0 0 0,1 1 0,9-7 0,20-12 0,-25 16 0,1 1 0,0 0 0,0 0 0,0 2 0,1-1 0,0 2 0,0 0 0,1 0 0,19-3 0,-1 5 0,62 1 0,-58 3 0,42-4 0,-66 1 8,240-20-1381,-221 22-5453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7:46:36.857"/>
    </inkml:context>
    <inkml:brush xml:id="br0">
      <inkml:brushProperty name="width" value="0.05" units="cm"/>
      <inkml:brushProperty name="height" value="0.05" units="cm"/>
      <inkml:brushProperty name="color" value="#F6630D"/>
    </inkml:brush>
  </inkml:definitions>
  <inkml:trace contextRef="#ctx0" brushRef="#br0">0 0 24575,'0'0'-8191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7:46:59.394"/>
    </inkml:context>
    <inkml:brush xml:id="br0">
      <inkml:brushProperty name="width" value="0.05" units="cm"/>
      <inkml:brushProperty name="height" value="0.05" units="cm"/>
      <inkml:brushProperty name="color" value="#F6630D"/>
    </inkml:brush>
  </inkml:definitions>
  <inkml:trace contextRef="#ctx0" brushRef="#br0">0 0 24575,'0'0'-8191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7:47:00.745"/>
    </inkml:context>
    <inkml:brush xml:id="br0">
      <inkml:brushProperty name="width" value="0.05" units="cm"/>
      <inkml:brushProperty name="height" value="0.05" units="cm"/>
      <inkml:brushProperty name="color" value="#F6630D"/>
    </inkml:brush>
  </inkml:definitions>
  <inkml:trace contextRef="#ctx0" brushRef="#br0">1 0 24575,'0'0'-8191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7:47:01.326"/>
    </inkml:context>
    <inkml:brush xml:id="br0">
      <inkml:brushProperty name="width" value="0.05" units="cm"/>
      <inkml:brushProperty name="height" value="0.05" units="cm"/>
      <inkml:brushProperty name="color" value="#F6630D"/>
    </inkml:brush>
  </inkml:definitions>
  <inkml:trace contextRef="#ctx0" brushRef="#br0">1 0 24575,'0'0'-8191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7:47:01.673"/>
    </inkml:context>
    <inkml:brush xml:id="br0">
      <inkml:brushProperty name="width" value="0.05" units="cm"/>
      <inkml:brushProperty name="height" value="0.05" units="cm"/>
      <inkml:brushProperty name="color" value="#F6630D"/>
    </inkml:brush>
  </inkml:definitions>
  <inkml:trace contextRef="#ctx0" brushRef="#br0">1 0 24575,'0'0'-8191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7:47:09.010"/>
    </inkml:context>
    <inkml:brush xml:id="br0">
      <inkml:brushProperty name="width" value="0.05" units="cm"/>
      <inkml:brushProperty name="height" value="0.05" units="cm"/>
      <inkml:brushProperty name="color" value="#F6630D"/>
    </inkml:brush>
  </inkml:definitions>
  <inkml:trace contextRef="#ctx0" brushRef="#br0">0 0 24575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5-25T08:18:31.306"/>
    </inkml:context>
    <inkml:brush xml:id="br0">
      <inkml:brushProperty name="width" value="0.1" units="cm"/>
      <inkml:brushProperty name="height" value="0.6" units="cm"/>
      <inkml:brushProperty name="ignorePressure" value="1"/>
      <inkml:brushProperty name="inkEffects" value="pencil"/>
    </inkml:brush>
  </inkml:definitions>
  <inkml:trace contextRef="#ctx0" brushRef="#br0">1 0,'0'0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5-25T08:18:32.272"/>
    </inkml:context>
    <inkml:brush xml:id="br0">
      <inkml:brushProperty name="width" value="0.1" units="cm"/>
      <inkml:brushProperty name="height" value="0.6" units="cm"/>
      <inkml:brushProperty name="ignorePressure" value="1"/>
      <inkml:brushProperty name="inkEffects" value="pencil"/>
    </inkml:brush>
  </inkml:definitions>
  <inkml:trace contextRef="#ctx0" brushRef="#br0">0 0,'0'0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5-25T08:18:33.441"/>
    </inkml:context>
    <inkml:brush xml:id="br0">
      <inkml:brushProperty name="width" value="0.1" units="cm"/>
      <inkml:brushProperty name="height" value="0.6" units="cm"/>
      <inkml:brushProperty name="ignorePressure" value="1"/>
      <inkml:brushProperty name="inkEffects" value="pencil"/>
    </inkml:brush>
  </inkml:definitions>
  <inkml:trace contextRef="#ctx0" brushRef="#br0">0 1,'0'0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1:14.058"/>
    </inkml:context>
    <inkml:brush xml:id="br0">
      <inkml:brushProperty name="width" value="0.05" units="cm"/>
      <inkml:brushProperty name="height" value="0.05" units="cm"/>
    </inkml:brush>
  </inkml:definitions>
  <inkml:trace contextRef="#ctx0" brushRef="#br0">1 686 24575,'8'-1'0,"1"0"0,-1 0 0,0 0 0,13-5 0,4 0 0,325-90 0,-20 4 0,-274 82 0,60-4 0,-58 9 0,56-14 0,266-41 0,-285 49 0,-11 0 0,-1-3 0,-1-3 0,0-5 0,90-36 0,-145 49 0,-17 6 0,1-1 0,-1 0 0,18-10 0,-26 13 0,0 0 0,0-1 0,-1 1 0,1 0 0,0-1 0,-1 1 0,1-1 0,-1 1 0,0-1 0,1 0 0,-1 1 0,0-1 0,0 0 0,0 0 0,0 0 0,0 0 0,-1 0 0,1 0 0,-1 0 0,1 0 0,-1 0 0,0 0 0,1-1 0,-1 1 0,-1-3 0,1 0 0,-1-1 0,0 1 0,0-1 0,-1 1 0,1 0 0,-1 0 0,-1-1 0,1 1 0,-6-8 0,6 10 0,0 1 0,-1-1 0,1 1 0,-1-1 0,0 1 0,0 0 0,0 0 0,0 0 0,0 0 0,0 0 0,-1 1 0,1 0 0,-1-1 0,1 1 0,-1 1 0,-4-2 0,-32-2 0,-1 1 0,-77 6 0,33 1 0,70-4 0,6 1 0,1-1 0,-1 0 0,0-1 0,1 0 0,-14-3 0,13-2 0,12 1 0,20-1 0,56-1 0,136 5 0,-117 4 0,-51-2 0,62-1 0,-105 1 0,-1 0 0,1-1 0,-1 0 0,0 0 0,1 0 0,-1 0 0,0-1 0,1 1 0,4-4 0,5-3 0,-12 8 0,-1 0 0,0 0 0,0 0 0,0 0 0,1 0 0,-1 0 0,0 0 0,0 0 0,1 0 0,-1 0 0,0 0 0,0 0 0,1 0 0,-1 0 0,0 0 0,0 1 0,0-1 0,1 0 0,-1 0 0,0 0 0,0 0 0,0 0 0,1 0 0,-1 1 0,0-1 0,0 0 0,0 0 0,0 0 0,1 1 0,-1-1 0,0 0 0,0 0 0,0 0 0,0 1 0,0-1 0,0 0 0,0 0 0,0 1 0,0-1 0,0 0 0,0 0 0,0 0 0,0 1 0,0-1 0,0 0 0,0 0 0,0 1 0,0-1 0,0 16 0,0-14 0,-2 14 0,-1 0 0,-1-1 0,0 0 0,-1 1 0,-9 20 0,-3 7 0,7-18 0,-1-1 0,-25 40 0,7-14 0,19-37 0,10-13 0,0 0 0,-1 0 0,1 0 0,0 0 0,0 0 0,0 0 0,-1 0 0,1 0 0,0 0 0,0 0 0,0 0 0,-1-1 0,1 1 0,0 0 0,0 0 0,0 0 0,0 0 0,-1 0 0,1-1 0,0 1 0,0 0 0,0 0 0,0 0 0,0 0 0,0-1 0,0 1 0,-1 0 0,1 0 0,0 0 0,0-1 0,0 1 0,0 0 0,0 0 0,0 0 0,0-1 0,0 1 0,0 0 0,0 0 0,-1-34 0,2 27 0,0-20 0,0 19 0,0 0 0,-1 1 0,0-1 0,0 1 0,0-1 0,-1 0 0,0 1 0,-1-1 0,0 1 0,0 0 0,-6-15 0,2 14 0,1-1 0,0-1 0,0 1 0,1-1 0,0 0 0,1 0 0,0 0 0,1 0 0,0 0 0,1-1 0,-1-12 0,2 21 0,-5-39 0,-3 24 0,8 17 0,-1 0 0,1-1 0,0 1 0,-1 0 0,1-1 0,-1 1 0,1 0 0,-1 0 0,1 0 0,-1-1 0,1 1 0,-1 0 0,1 0 0,-1 0 0,1 0 0,-1 0 0,1 0 0,-1 0 0,0 0 0,1 0 0,-1 0 0,1 0 0,-1 0 0,1 0 0,-1 1 0,1-1 0,-1 0 0,0 1 0,-9 8-1365,2 5-5461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1:27.073"/>
    </inkml:context>
    <inkml:brush xml:id="br0">
      <inkml:brushProperty name="width" value="0.05" units="cm"/>
      <inkml:brushProperty name="height" value="0.05" units="cm"/>
    </inkml:brush>
  </inkml:definitions>
  <inkml:trace contextRef="#ctx0" brushRef="#br0">0 985 24575,'2'0'0,"0"-1"0,0 1 0,-1-1 0,1 1 0,0-1 0,-1 0 0,1 1 0,0-1 0,-1 0 0,1 0 0,-1 0 0,0 0 0,1-1 0,-1 1 0,0 0 0,2-3 0,18-25 0,14-35 0,46-118 0,-16 30 0,21-51 0,-66 162 0,52-76 0,-63 109 0,-6 14 0,-8 19 0,-5-8 0,0-1 0,-2 0 0,1 0 0,-2-1 0,-21 21 0,17-18 0,-5 3 0,-1-2 0,-43 30 0,15-12 0,50-36 0,0-1 0,1 1 0,-1 0 0,0 0 0,0 0 0,0-1 0,-1 1 0,1 0 0,0-1 0,0 1 0,0-1 0,0 1 0,-1-1 0,1 0 0,0 0 0,0 1 0,-1-1 0,0 0 0,1-1 0,1 1 0,0-1 0,-1 1 0,1-1 0,0 1 0,0-1 0,0 1 0,0-1 0,-1 0 0,1 1 0,0-1 0,0 1 0,0-1 0,0 0 0,0 1 0,0-1 0,0 1 0,0-1 0,1 0 0,-1 1 0,0-1 0,0 1 0,0-1 0,1-1 0,3-8 0,1 0 0,9-18 0,239-328 0,-231 327 0,-21 26 0,1 0 0,0 1 0,0 0 0,1-1 0,-1 1 0,0 0 0,1 0 0,2-2 0,-4 4 0,-1 0 0,0 0 0,1 0 0,-1 0 0,0 0 0,0 0 0,1-1 0,-1 1 0,0 0 0,1 0 0,-1 0 0,0 0 0,0 0 0,1 0 0,-1 1 0,0-1 0,1 0 0,-1 0 0,0 0 0,0 0 0,1 0 0,-1 0 0,0 0 0,0 1 0,1-1 0,-1 0 0,0 0 0,0 0 0,0 1 0,1-1 0,3 17 0,-4 8 0,-1-1 0,-1 1 0,-2 0 0,0-1 0,-2 0 0,-8 25 0,-2 9 0,11-31 0,1 0 0,-2 49 0,5-44 0,-9 53 0,-2-31 0,-26 74 0,32-109 0,1-1 0,1 1 0,0 0 0,-1 36 0,5-69 0,2-15 0,-1 0 0,-1 0 0,-2 0 0,-8-46 0,3 47 0,1-1 0,2 0 0,0-34 0,5-91 0,0 73 0,1 60 0,-1 3 0,-4 30 0,0 7 0,0 1 0,-2-1 0,0 0 0,-2 0 0,-8 18 0,12-32 0,0 0 0,0 0 0,-1-1 0,0 0 0,0 0 0,0 0 0,0 0 0,-1-1 0,-4 4 0,6-5 0,-1 0 0,1 0 0,-1 0 0,1 0 0,-1-1 0,1 1 0,-1-1 0,0 0 0,0 0 0,0 0 0,0-1 0,0 1 0,-4-1 0,7 0 0,0-1 0,0 1 0,0 0 0,1 0 0,-1-1 0,0 1 0,0 0 0,1-1 0,-1 1 0,0-1 0,1 1 0,-1-1 0,1 1 0,-1-1 0,0 0 0,1 1 0,-1-1 0,1 0 0,0 1 0,-1-1 0,1 0 0,-1 1 0,1-1 0,0 0 0,0 0 0,-1 0 0,1 1 0,0-1 0,0 0 0,0 0 0,0 0 0,0 1 0,0-1 0,0 0 0,0 0 0,0 0 0,1 1 0,-1-1 0,0 0 0,0 0 0,1 0 0,0-1 0,1-3 0,0-1 0,0 0 0,1 1 0,4-7 0,-3 6 0,0 1 0,1 0 0,0 0 0,0 1 0,0-1 0,0 1 0,9-5 0,-9 6 0,-1 1 0,0-1 0,1 0 0,-1-1 0,0 1 0,-1-1 0,1 1 0,-1-1 0,0 0 0,1 0 0,-2-1 0,1 1 0,0-1 0,2-7 0,-3 5 0,0-1 0,1 1 0,0-1 0,0 1 0,0 0 0,1 0 0,0 1 0,0-1 0,1 1 0,0 0 0,8-8 0,-4 4 0,0-1 0,0 1 0,-1-2 0,8-15 0,-8 13 0,1 1 0,11-15 0,-19 28 0,-1-1 0,1 0 0,-1 0 0,1 1 0,0-1 0,-1 0 0,1 1 0,0-1 0,-1 1 0,1-1 0,0 1 0,0-1 0,0 1 0,0-1 0,-1 1 0,1 0 0,0 0 0,0-1 0,0 1 0,0 0 0,1 0 0,-1 0 0,0 1 0,0-1 0,-1 0 0,1 1 0,-1-1 0,1 1 0,0-1 0,-1 1 0,1-1 0,-1 1 0,1-1 0,-1 1 0,1 0 0,-1-1 0,0 1 0,1-1 0,-1 1 0,0 0 0,1 0 0,-1 0 0,2 4 0,-1 0 0,0 0 0,0 1 0,-1-1 0,1 11 0,-3-2 0,0 0 0,-7 26 0,-3 15 0,12-49 0,-1 1 0,-1-1 0,1 0 0,-1 0 0,0 0 0,0 0 0,-1 0 0,1 0 0,-1 0 0,-4 5 0,4-8 0,0 0 0,0 1 0,0-1 0,0-1 0,-1 1 0,1 0 0,-1-1 0,0 0 0,1 0 0,-1 0 0,0 0 0,0 0 0,0-1 0,0 0 0,-9 2 0,0-1 0,1 0 0,-1 1 0,1 1 0,0 0 0,-12 6 0,17-6 0,1 0 0,-1 0 0,1 0 0,0 1 0,1 0 0,-1 0 0,1 1 0,0-1 0,-8 12 0,10-13 0,1 0 0,-1 0 0,0 0 0,0-1 0,0 0 0,-1 0 0,1 1 0,-1-2 0,0 1 0,-7 4 0,9-6 0,-1 0 0,0-1 0,1 1 0,-1-1 0,0 1 0,0-1 0,1 0 0,-1 0 0,0 0 0,0 0 0,1-1 0,-1 1 0,0-1 0,1 1 0,-1-1 0,0 0 0,1 0 0,-1 0 0,-3-3 0,-11-5-1365,1-1-5461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1:38.258"/>
    </inkml:context>
    <inkml:brush xml:id="br0">
      <inkml:brushProperty name="width" value="0.05" units="cm"/>
      <inkml:brushProperty name="height" value="0.05" units="cm"/>
    </inkml:brush>
  </inkml:definitions>
  <inkml:trace contextRef="#ctx0" brushRef="#br0">1336 1035 24575,'-10'-1'0,"0"0"0,0-1 0,0 0 0,1 0 0,-1-1 0,0-1 0,1 1 0,0-2 0,0 1 0,-11-8 0,-28-13 0,16 11 0,0-2 0,1-1 0,1-1 0,1-1 0,1-2 0,-48-45 0,37 26 0,-90-88 0,96 98 0,-1 2 0,-42-26 0,70 50 0,0-1 0,0 1 0,1-1 0,0-1 0,-1 1 0,2-1 0,-1 0 0,-4-7 0,-3-8 0,-11-26 0,-8-13 0,-80-90 0,59 83 0,51 67 0,-8-12 0,0-1 0,-9-16 0,17 27 0,-1-1 0,1 1 0,0-1 0,0 0 0,0 1 0,0-1 0,0 0 0,1 1 0,-1-1 0,1 0 0,0 0 0,-1 0 0,1 0 0,1 1 0,-1-1 0,0 0 0,1 0 0,-1 0 0,2-3 0,-1 5 0,-1 1 0,0-1 0,0 1 0,1-1 0,-1 1 0,1-1 0,-1 1 0,0-1 0,1 1 0,-1 0 0,1-1 0,-1 1 0,1 0 0,-1-1 0,1 1 0,-1 0 0,1 0 0,-1 0 0,1-1 0,-1 1 0,1 0 0,-1 0 0,1 0 0,-1 0 0,1 0 0,0 0 0,-1 0 0,1 0 0,-1 0 0,1 0 0,-1 0 0,1 0 0,-1 1 0,1-1 0,0 0 0,-1 0 0,1 1 0,-1-1 0,0 0 0,1 0 0,-1 1 0,1-1 0,-1 1 0,1-1 0,-1 0 0,0 1 0,1-1 0,-1 1 0,1 0 0,20 27 0,-19-24 0,42 50 0,-9-13 0,-21-25 0,0 0 0,1-1 0,1-1 0,19 13 0,-7-4 0,-27-22 0,1 0 0,-1-1 0,0 1 0,0 0 0,0 0 0,-1 0 0,1 0 0,0 0 0,0 0 0,0 0 0,-1 0 0,1 0 0,-1 1 0,1-1 0,0 2 0,-1-2 0,0-1 0,0 1 0,0-1 0,-1 1 0,1-1 0,0 0 0,0 1 0,0-1 0,-1 1 0,1-1 0,0 0 0,-1 1 0,1-1 0,0 0 0,-1 1 0,1-1 0,0 0 0,-1 1 0,1-1 0,0 0 0,-1 0 0,1 1 0,-1-1 0,1 0 0,-1 0 0,1 0 0,-1 0 0,0 0 0,-5 2 0,-1-1 0,1-1 0,-1 1 0,-12-2 0,3-1 0,0 0 0,0-1 0,0 0 0,0-2 0,-24-9 0,-75-42 0,23 10 0,58 32 0,17 8 0,0-1 0,-20-12 0,33 17 0,0-1 0,0 0 0,0 0 0,0 0 0,1 0 0,-1-1 0,1 1 0,0-1 0,0 0 0,0 0 0,1 0 0,0 0 0,-4-7 0,6 10 0,-1 0 0,1 0 0,-1 0 0,1 0 0,0 0 0,0 0 0,-1 0 0,1 0 0,0 0 0,0 0 0,0 0 0,0 0 0,0 0 0,0 0 0,0 0 0,0 0 0,1 0 0,-1 0 0,0 0 0,1 0 0,-1 0 0,1-1 0,0 1 0,-1 1 0,1-1 0,0 1 0,0-1 0,-1 1 0,1 0 0,0 0 0,0-1 0,0 1 0,-1 0 0,1 0 0,0 0 0,0 0 0,0 0 0,0 0 0,-1 0 0,1 0 0,0 0 0,0 0 0,1 1 0,4 0 0,-1 1 0,1 0 0,-1 0 0,0 1 0,1-1 0,6 6 0,-5-3 0,1-1 0,-1 1 0,1-1 0,0-1 0,1 1 0,-1-1 0,1-1 0,9 3 0,8-1 0,37 0 0,-49-4 0,1 1 0,0 0 0,-1 1 0,1 0 0,-1 1 0,0 1 0,0 0 0,0 1 0,15 8 0,9 7 0,-27-15 0,-1-1 0,-1 2 0,1 0 0,-1 0 0,0 0 0,0 1 0,9 10 0,-18-17 0,1 1 0,-1-1 0,1 1 0,-1-1 0,1 1 0,-1-1 0,0 1 0,1-1 0,-1 1 0,0-1 0,0 1 0,1-1 0,-1 1 0,0 0 0,0-1 0,0 1 0,0-1 0,0 1 0,1 0 0,-1-1 0,0 1 0,0 0 0,-1-1 0,1 1 0,0 0 0,0-1 0,0 2 0,-1-1 0,0-1 0,0 1 0,1 0 0,-1-1 0,0 1 0,0 0 0,0-1 0,0 1 0,0-1 0,1 0 0,-1 1 0,0-1 0,0 0 0,0 1 0,-2-1 0,-3 1 0,-1 0 0,1-1 0,-1 1 0,-7-2 0,4-1 0,0 0 0,0 0 0,0-1 0,0-1 0,0 0 0,1 0 0,-1-1 0,-15-11 0,13 9 0,-1 0 0,0 0 0,-24-8 0,4 5 0,-16-4 0,-55-24 0,103 38 0,0-1 0,1 1 0,-1-1 0,0 1 0,1-1 0,-1 1 0,0 0 0,0-1 0,0 1 0,1 0 0,-1 0 0,0 0 0,0-1 0,0 1 0,1 0 0,-1 0 0,0 0 0,0 0 0,0 1 0,0-1 0,1 0 0,-1 0 0,0 0 0,-1 1 0,1 0 0,1 0 0,0 0 0,0 0 0,0-1 0,0 1 0,0 0 0,0 0 0,0 0 0,0 0 0,0-1 0,0 1 0,1 0 0,-1 0 0,0 0 0,1 0 0,-1-1 0,0 1 0,2 1 0,24 38 0,199 266 0,-153-206-1365,-57-77-5461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1:43.271"/>
    </inkml:context>
    <inkml:brush xml:id="br0">
      <inkml:brushProperty name="width" value="0.05" units="cm"/>
      <inkml:brushProperty name="height" value="0.05" units="cm"/>
    </inkml:brush>
  </inkml:definitions>
  <inkml:trace contextRef="#ctx0" brushRef="#br0">268 182 24575,'-5'0'0,"-10"-5"0,-9-6 0,-4-2 0,-2 2 0,-2 2 0,1 3 0,5-2 0,7-4 0,3-1 0,3-3 0,4-3 0,4-3 0,-3 2 0,1 4-8191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1:48.289"/>
    </inkml:context>
    <inkml:brush xml:id="br0">
      <inkml:brushProperty name="width" value="0.05" units="cm"/>
      <inkml:brushProperty name="height" value="0.05" units="cm"/>
    </inkml:brush>
  </inkml:definitions>
  <inkml:trace contextRef="#ctx0" brushRef="#br0">147 253 24575,'2'-39'0,"1"1"0,9-40 0,1-10 0,-13 88 0,1 0 0,-1-1 0,0 1 0,0 0 0,0-1 0,0 1 0,0-1 0,-1 1 0,1 0 0,0-1 0,0 1 0,0 0 0,0-1 0,0 1 0,0 0 0,-1-1 0,1 1 0,0 0 0,0-1 0,0 1 0,-1 0 0,1 0 0,0-1 0,-1 1 0,1 0 0,0 0 0,0-1 0,-1 1 0,1 0 0,0 0 0,-1 0 0,1 0 0,0 0 0,-1-1 0,1 1 0,-1 0 0,1 0 0,0 0 0,-1 0 0,1 0 0,0 0 0,-1 0 0,1 0 0,0 0 0,-1 0 0,1 0 0,-1 1 0,1-1 0,0 0 0,-1 0 0,1 0 0,0 0 0,-1 1 0,1-1 0,0 0 0,0 0 0,-1 1 0,-29 15 0,18-9 0,6-5 0,-1 0 0,0-1 0,1 0 0,-1 0 0,0 0 0,0 0 0,1-1 0,-14-2 0,-14 1 0,34 1 8,-1 0 0,1 0 0,-1 0 0,1 0 0,-1 0 0,1 0-1,-1 1 1,1-1 0,-1 0 0,1 0 0,-1 0 0,1 0 0,-1 1 0,1-1 0,0 0-1,-1 0 1,1 1 0,-1-1 0,1 0 0,0 1 0,-1-1 0,1 0 0,0 1 0,-1-1-1,1 1 1,0-1 0,-1 1 0,1-1 0,0 0 0,0 1 0,0-1 0,-1 1 0,1-1-1,0 1 1,0-1 0,0 1 0,0-1 0,0 1 0,0-1 0,0 1 0,0-1-1,0 2 1,8 20-1350,-7-20 980,6 13-6464</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2:15.626"/>
    </inkml:context>
    <inkml:brush xml:id="br0">
      <inkml:brushProperty name="width" value="0.05" units="cm"/>
      <inkml:brushProperty name="height" value="0.05" units="cm"/>
    </inkml:brush>
  </inkml:definitions>
  <inkml:trace contextRef="#ctx0" brushRef="#br0">83 176 24575,'0'-4'0,"0"-7"0,0-6 0,0-5 0,0-4 0,0-2 0,0-1 0,0 9 0,-5 9 0,-6 5 0,-6 4 0,-5 3 0,6 0 0,6 6 0,9 0 0,10 0 0,3 4 0,0-1-8191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2:23.844"/>
    </inkml:context>
    <inkml:brush xml:id="br0">
      <inkml:brushProperty name="width" value="0.05" units="cm"/>
      <inkml:brushProperty name="height" value="0.05" units="cm"/>
    </inkml:brush>
  </inkml:definitions>
  <inkml:trace contextRef="#ctx0" brushRef="#br0">1007 652 24575,'-1'-2'0,"0"-1"0,0 1 0,0-1 0,0 1 0,-1 0 0,1 0 0,-1 0 0,0 0 0,1 0 0,-1 0 0,0 0 0,0 0 0,0 1 0,-5-3 0,2-1 0,-24-15 0,-53-30 0,23 15 0,-3-3 0,25 17 0,1-2 0,0-2 0,2 0 0,-38-39 0,53 44 0,-80-79 0,79 81 0,-2 1 0,0 0 0,-26-14 0,22 17 0,14 8 0,1 0 0,0-1 0,-14-10 0,24 16 0,1 1 0,-1-1 0,1 1 0,-1-1 0,0 1 0,1-1 0,-1 1 0,1-1 0,-1 1 0,1-1 0,0 0 0,-1 1 0,1-1 0,-1 0 0,1 1 0,0-1 0,0 0 0,-1 1 0,1-1 0,0 0 0,0 0 0,0 1 0,0-1 0,0 0 0,0-1 0,0 1 0,1 1 0,0-1 0,-1 0 0,1 0 0,-1 1 0,1-1 0,0 1 0,0-1 0,-1 1 0,1-1 0,0 1 0,0-1 0,0 1 0,-1 0 0,1-1 0,0 1 0,2 0 0,5-2 0,1 0 0,0 1 0,10 1 0,-17 0 0,62 0 0,-39 1 0,-21 0 0,-8-1 0,-39-2 0,-63-9 0,-17-2 0,103 11 0,12 1 0,1 0 0,-1 1 0,1 0 0,-1 0 0,-13 3 0,21-3 0,0 0 0,0 0 0,0 0 0,-1 0 0,1 0 0,0 0 0,0 0 0,0 0 0,0 0 0,0 1 0,-1-1 0,1 0 0,0 0 0,0 0 0,0 0 0,0 0 0,0 1 0,0-1 0,-1 0 0,1 0 0,0 0 0,0 0 0,0 1 0,0-1 0,0 0 0,0 0 0,0 0 0,0 1 0,0-1 0,0 0 0,0 0 0,0 0 0,0 0 0,0 1 0,0-1 0,0 0 0,0 0 0,0 0 0,0 1 0,0-1 0,1 0 0,-1 0 0,0 0 0,0 0 0,0 0 0,0 1 0,0-1 0,0 0 0,0 0 0,1 0 0,-1 0 0,0 0 0,0 0 0,0 1 0,0-1 0,1 0 0,-1 0 0,0 0 0,0 0 0,0 0 0,0 0 0,1 0 0,-1 0 0,0 0 0,0 0 0,0 0 0,1 0 0,14 8 0,-14-7 0,23 10 0,36 12 0,-52-19 0,0 0 0,0 0 0,0 1 0,-1 0 0,0 0 0,0 1 0,-1 0 0,1 0 0,-1 0 0,-1 1 0,7 9 0,7 6 0,-10-10-210,0 0 0,13 25-1,-18-30-523,4 9-6092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2:03.825"/>
    </inkml:context>
    <inkml:brush xml:id="br0">
      <inkml:brushProperty name="width" value="0.05" units="cm"/>
      <inkml:brushProperty name="height" value="0.05" units="cm"/>
    </inkml:brush>
  </inkml:definitions>
  <inkml:trace contextRef="#ctx0" brushRef="#br0">0 0 24575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2:05.809"/>
    </inkml:context>
    <inkml:brush xml:id="br0">
      <inkml:brushProperty name="width" value="0.05" units="cm"/>
      <inkml:brushProperty name="height" value="0.05" units="cm"/>
    </inkml:brush>
  </inkml:definitions>
  <inkml:trace contextRef="#ctx0" brushRef="#br0">1 0 24575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2:08.374"/>
    </inkml:context>
    <inkml:brush xml:id="br0">
      <inkml:brushProperty name="width" value="0.05" units="cm"/>
      <inkml:brushProperty name="height" value="0.05" units="cm"/>
    </inkml:brush>
  </inkml:definitions>
  <inkml:trace contextRef="#ctx0" brushRef="#br0">0 0 24575</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2:08.887"/>
    </inkml:context>
    <inkml:brush xml:id="br0">
      <inkml:brushProperty name="width" value="0.05" units="cm"/>
      <inkml:brushProperty name="height" value="0.05" units="cm"/>
    </inkml:brush>
  </inkml:definitions>
  <inkml:trace contextRef="#ctx0" brushRef="#br0">0 0 24575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2:29.503"/>
    </inkml:context>
    <inkml:brush xml:id="br0">
      <inkml:brushProperty name="width" value="0.05" units="cm"/>
      <inkml:brushProperty name="height" value="0.05" units="cm"/>
    </inkml:brush>
  </inkml:definitions>
  <inkml:trace contextRef="#ctx0" brushRef="#br0">0 1 24575,'0'0'-8191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2:30.940"/>
    </inkml:context>
    <inkml:brush xml:id="br0">
      <inkml:brushProperty name="width" value="0.05" units="cm"/>
      <inkml:brushProperty name="height" value="0.05" units="cm"/>
    </inkml:brush>
  </inkml:definitions>
  <inkml:trace contextRef="#ctx0" brushRef="#br0">1 0 24575</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2:44.673"/>
    </inkml:context>
    <inkml:brush xml:id="br0">
      <inkml:brushProperty name="width" value="0.05" units="cm"/>
      <inkml:brushProperty name="height" value="0.05" units="cm"/>
    </inkml:brush>
  </inkml:definitions>
  <inkml:trace contextRef="#ctx0" brushRef="#br0">1 1 24575</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29:59.532"/>
    </inkml:context>
    <inkml:brush xml:id="br0">
      <inkml:brushProperty name="width" value="0.05" units="cm"/>
      <inkml:brushProperty name="height" value="0.05" units="cm"/>
      <inkml:brushProperty name="color" value="#E71224"/>
    </inkml:brush>
  </inkml:definitions>
  <inkml:trace contextRef="#ctx0" brushRef="#br0">6671 0 24575,'-736'0'0,"722"1"0,1 0 0,0 1 0,0 0 0,0 1 0,0 1 0,0 0 0,1 0 0,-14 8 0,10-6 0,-1-1 0,0-1 0,-31 5 0,-21 4 0,43-7 0,0-1 0,0-2 0,-32 1 0,-82-5 0,60-1 0,-1687 1 0,923 2 0,823 0 0,1 1 0,-32 7 0,-26 4 0,-89-9 0,94-4 0,-120 16 0,139-9 0,0-2 0,0-2 0,-81-7 0,40-9 0,-8 0 0,-39-1 0,-73-3 0,142 18 0,-88-2 0,141-1 0,-31-8 0,31 5 0,-30-3 0,14 7 0,1 2 0,-65 11 0,58-7 0,-62 2 0,81-8 0,1-2 0,-23-5 0,-26-3 0,67 11 0,-12-2 0,-1 2 0,-23 1 0,36 0 0,0-1 0,0 1 0,0 0 0,0 0 0,-1 0 0,1 1 0,1-1 0,-1 1 0,0 0 0,0 0 0,1 0 0,-1 1 0,1-1 0,-1 1 0,-2 3 0,-60 82 0,59-76 0,1 0 0,-9 24 0,9-23 0,1 0 0,-11 17 0,-4 0 0,11-17 0,0 0 0,0 0 0,1 1 0,1 1 0,1-1 0,0 1 0,-8 29 0,10-22 0,2-14 0,0 0 0,1 0 0,0 0 0,0 0 0,1 14 0,0-21 0,1 0 0,-1 0 0,0 0 0,1 0 0,-1 0 0,1 1 0,-1-1 0,1 0 0,0 0 0,0 0 0,-1-1 0,1 1 0,0 0 0,0 0 0,0 0 0,0 0 0,0-1 0,0 1 0,0-1 0,0 1 0,0 0 0,0-1 0,2 1 0,32 7 0,-12-3 0,-6 3 0,29 16 0,-6-2 0,58 34 0,0-1 0,-19-10 0,-55-30 0,1 0 0,31 11 0,-20-11 0,-19-7 0,1 0 0,0-2 0,0 0 0,33 5 0,40 2 0,-42-5 0,60 1 0,-35-8 0,0-4 0,74-13 0,-92 8 0,42-7 0,-33 0 0,0 3 0,0 3 0,86-1 0,237 12 0,-364-4 0,-1 0 0,0-2 0,0-1 0,29-9 0,-22 6 0,47-8 0,84 8 0,13-1 0,96-11 0,1 21 0,-96 1 0,1454-2 0,-1603 1 0,0 2 0,0 1 0,-1 1 0,44 15 0,-24-7 0,10-1 0,0-2 0,87 5 0,218-12 0,-194-4 0,-108 0 0,0 3 0,82 14 0,-123-12 0,-1-1 0,0-1 0,1 0 0,0-1 0,-1-1 0,1-1 0,0 0 0,-1-1 0,20-5 0,-11 1 0,1 1 0,44-3 0,-46 6 0,-1 0 0,1-2 0,37-11 0,29-12 0,-57 18 0,-1-1 0,0-1 0,-1-2 0,32-18 0,82-57 0,-86 56 0,-40 24 0,-1-1 0,18-13 0,-32 19 0,0 0 0,0 0 0,0-1 0,0 1 0,-1-1 0,1 0 0,-1 0 0,0 0 0,0-1 0,-1 1 0,1-1 0,-1 1 0,2-6 0,-3 7 0,-1 0 0,1 0 0,0 1 0,-1-1 0,0 0 0,0 0 0,0 0 0,0 0 0,0 0 0,-1 0 0,1 0 0,-1 0 0,1 0 0,-1 0 0,0 1 0,-1-1 0,1 0 0,-2-3 0,-3-2 0,0 0 0,0 0 0,-1 1 0,-8-8 0,-20-22 0,17 7 0,14 23 0,0 0 0,0 0 0,-1 1 0,1-1 0,-1 1 0,-1 0 0,1 1 0,-1-1 0,-9-6 0,-10-4 0,2-2 0,0-1 0,1-1 0,-36-40 0,52 53 0,-1 1 0,-1 0 0,1 1 0,-1 0 0,0 0 0,0 0 0,-15-5 0,-66-20 0,76 27 0,-12-4 78,-1 2 0,1 1 0,-36-2 1,-78 6-652,79 1-532,36-1-5721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08:30:27.166"/>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2:23:50.191"/>
    </inkml:context>
    <inkml:brush xml:id="br0">
      <inkml:brushProperty name="width" value="0.05" units="cm"/>
      <inkml:brushProperty name="height" value="0.05" units="cm"/>
      <inkml:brushProperty name="color" value="#E71224"/>
    </inkml:brush>
  </inkml:definitions>
  <inkml:trace contextRef="#ctx0" brushRef="#br0">0 1 24575,'92'409'-475,"-30"-133"-71,152 578 341,33-219 350,-238-614-116,248 549 160,-185-400 243,50 181-1,41 142-431,-14-18 0,-145-461 0,109 332 0,-49-174 0,65 216 0,-109-301 0,17 63 0,-29-128 0,17 35 0,6 12 0,75 199 0,1 2 0,9 12 0,-106-259 0,-4-8 0,-1 0 0,-1 1 0,3 16 0,8 28 0,3-4 0,3 0 0,35 62 0,-13-38 0,36 92 0,-36-71 0,5-2 0,117 181 0,-90-147 0,-6-8 0,-30-62 0,34 52 0,-50-86 0,-14-19 0,-1 0 0,0 1 0,10 18 0,-14-20 0,3 6 0,1 1 0,0-1 0,0-1 0,2 0 0,0 0 0,1 0 0,15 14 0,-16-17 0,0 0 0,0 0 0,-1 1 0,-1 0 0,0 1 0,-1-1 0,0 2 0,5 14 0,-4-11 0,0-1 0,1 1 0,0-1 0,18 21 0,12 6 0,-22-26 0,-1 0 0,-1 1 0,0 1 0,-2 1 0,16 28 0,5 32 0,16 33 0,-45-104 0,0 0 0,0 0 0,0 0 0,-1 1 0,-1-1 0,4 14 0,-6-21 0,-1 0 0,0-1 0,1 1 0,-1-1 0,0 1 0,0 0 0,0-1 0,-1 1 0,1 0 0,0-1 0,-1 1 0,1-1 0,-1 1 0,1 0 0,-1-1 0,0 0 0,0 1 0,1-1 0,-1 1 0,0-1 0,0 0 0,0 0 0,-1 1 0,1-1 0,0 0 0,0 0 0,-1 0 0,1 0 0,0 0 0,-1-1 0,1 1 0,-1 0 0,1-1 0,-1 1 0,1-1 0,-1 1 0,0-1 0,1 0 0,-1 0 0,-2 0 0,-3 1 0,-1 0 0,1-1 0,-1 1 0,1-2 0,-1 1 0,1-1 0,0-1 0,-8-1 0,-5-4 0,-30-13 0,43 16 0,-6 0 0,0-1 0,0 2 0,0 0 0,-27-3 0,22 4 0,-29-8 0,41 9 0,1-1 0,0-1 0,0 1 0,0-1 0,1 0 0,-1 0 0,1 0 0,-1 0 0,1-1 0,-6-6 0,10 8 0,7 4 0,9 7 0,86 65 0,137 132 0,-229-198 0,0 0 0,0-1 0,1-1 0,15 8 0,-12-7 0,-1 0 0,17 13 0,-23-14 0,1-1 0,1 1 0,-1-2 0,1 1 0,13 4 0,-20-8 0,-1 0 0,1 0 0,0-1 0,0 1 0,0-1 0,-1 1 0,1-1 0,0 0 0,0 0 0,0 0 0,0 0 0,0 0 0,0 0 0,0 0 0,-1-1 0,1 1 0,0-1 0,0 1 0,0-1 0,-1 0 0,1 0 0,0 0 0,-1 0 0,1 0 0,-1 0 0,1 0 0,-1 0 0,1-1 0,-1 1 0,0-1 0,0 1 0,1-1 0,-1 1 0,1-4 0,1-3 0,0-1 0,-1 1 0,0-1 0,0 1 0,-1-1 0,0 0 0,-1-12 0,-6-62 0,4 74 0,0-1 0,-1 1 0,0 0 0,-1 0 0,0 0 0,-6-11 0,5 12 0,0-1 0,1 0 0,1 0 0,-1 0 0,2 0 0,-3-10 0,0-40 0,6-105 0,1 90 0,-3 89 0,-1-1 0,-1 0 0,-8 27 0,5-22 0,4-13 0,-1 0 0,1 0 0,-1 0 0,0-1 0,-1 1 0,1-1 0,-1 0 0,0 0 0,0 0 0,-1-1 0,-5 5 0,-19 23 0,29-32-26,0 1 0,-1-1-1,1 0 1,0 1 0,0-1 0,0 0-1,0 1 1,0-1 0,-1 1 0,1-1-1,0 0 1,0 1 0,0-1 0,0 1-1,0-1 1,0 1 0,1-1 0,-1 0-1,0 1 1,0-1 0,0 1 0,0-1-1,0 0 1,1 1 0,-1-1 0,0 0-1,0 1 1,0-1 0,1 0 0,-1 1-1,0-1 1,1 0 0,-1 1 0,0-1-1,1 0 1,-1 0 0,0 1 0,1-1-1,-1 0 1,0 0 0,1 0 0,-1 0-1,1 0 1,-1 1 0,0-1 0,1 0-1,-1 0 1,1 0 0,-1 0-1,1 0 1,0 0 0,15 2-6800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2:23:54.005"/>
    </inkml:context>
    <inkml:brush xml:id="br0">
      <inkml:brushProperty name="width" value="0.05" units="cm"/>
      <inkml:brushProperty name="height" value="0.05" units="cm"/>
      <inkml:brushProperty name="color" value="#E71224"/>
    </inkml:brush>
  </inkml:definitions>
  <inkml:trace contextRef="#ctx0" brushRef="#br0">17 87 24575,'0'-4'0,"0"-8"0,0-5 0,-4-1 0,-3-1 0,1 2-8191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2:24:09.288"/>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2:24:37.412"/>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2:24:41.854"/>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2:24:42.959"/>
    </inkml:context>
    <inkml:brush xml:id="br0">
      <inkml:brushProperty name="width" value="0.05" units="cm"/>
      <inkml:brushProperty name="height" value="0.05" units="cm"/>
      <inkml:brushProperty name="color" value="#E71224"/>
    </inkml:brush>
  </inkml:definitions>
  <inkml:trace contextRef="#ctx0" brushRef="#br0">0 0 24575</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2:24:43.844"/>
    </inkml:context>
    <inkml:brush xml:id="br0">
      <inkml:brushProperty name="width" value="0.05" units="cm"/>
      <inkml:brushProperty name="height" value="0.05" units="cm"/>
      <inkml:brushProperty name="color" value="#E71224"/>
    </inkml:brush>
  </inkml:definitions>
  <inkml:trace contextRef="#ctx0" brushRef="#br0">0 0 24575</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2:24:44.173"/>
    </inkml:context>
    <inkml:brush xml:id="br0">
      <inkml:brushProperty name="width" value="0.05" units="cm"/>
      <inkml:brushProperty name="height" value="0.05" units="cm"/>
      <inkml:brushProperty name="color" value="#E71224"/>
    </inkml:brush>
  </inkml:definitions>
  <inkml:trace contextRef="#ctx0" brushRef="#br0">0 0 24575</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2:24:45.190"/>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9:59.044"/>
    </inkml:context>
    <inkml:brush xml:id="br0">
      <inkml:brushProperty name="width" value="0.05" units="cm"/>
      <inkml:brushProperty name="height" value="0.05" units="cm"/>
      <inkml:brushProperty name="color" value="#E71224"/>
    </inkml:brush>
  </inkml:definitions>
  <inkml:trace contextRef="#ctx0" brushRef="#br0">809 567 24575,'208'-14'0,"-134"6"0,1372-84-4007,-1279 86 4100,438-20 841,-507 15-288,147-36-1,-149 26 371,-20 7-840,149-6-1,78 21 101,-149 2-230,-119-1-46,48 9 0,-48-6 0,44 2 0,-67-7 0,1 0 0,-1-1 0,0-1 0,0 0 0,0 0 0,0-1 0,17-7 0,78-40 0,44-18 0,-72 44-110,0 3-1,2 4 1,82-8-1,250-1-331,632 22-637,-614 8 799,1153-3 280,-782-30 0,-157 3 0,-161 11 48,252-1 420,284 17 1259,-945 2-1727,114 21 0,-7-1 0,170 11 0,-269-23 0,0 4 0,121 37 0,-170-42 0,9 0 0,-28-7 0,1 1 0,-1 0 0,15 7 0,-26-10 0,0 1 0,0 1 0,0-1 0,0 1 0,-1-1 0,1 1 0,-1 0 0,1 0 0,-1 1 0,0-1 0,0 1 0,-1-1 0,1 1 0,3 7 0,0 2 0,1-1 0,1 1 0,0-2 0,0 1 0,1-1 0,14 13 0,68 51 0,-87-72 0,16 12 0,29 29 0,-43-38 0,0 1 0,0 0 0,-1 1 0,0-1 0,0 1 0,-1 0 0,0 0 0,3 10 0,0 1 0,-1 1 0,-1-1 0,-1 1 0,2 25 0,-6-35 0,0-1 0,0 1 0,-1-1 0,0 1 0,0-1 0,-1 1 0,-1-1 0,1 0 0,-1 0 0,-1 0 0,-5 9 0,1-1 0,-2-1 0,0 0 0,-1 0 0,0-1 0,-2 0 0,1-1 0,-2 0 0,0-2 0,0 1 0,-25 15 0,-88 64 0,-20 13 0,82-66 0,-85 35 0,-28 10 0,35-14 0,18-21 0,-155 38 0,127-41 0,72-26 0,-124 17 0,192-35 0,-9 3 0,1 0 0,-36 15 0,33-11 0,-47 11 0,-116 17 0,-94 17 0,163-40 0,-187-1 0,47-5 0,-804 10 0,716-20 0,189 2 0,-216-27 0,301 16 0,-69-11 0,-193-5 0,143 28 0,-287-11 0,-353-8 0,725 18 0,-276-23 0,317 17 0,-244-28 0,-218-14 0,70 21 0,45 1 0,-83-25 0,306 27 0,-235-48 0,-14-2 0,237 48 0,-144-14 0,253 33 0,-319-16 0,-719 25 0,614-3 0,493 1 0,-1-1 0,1-1 0,-1-1 0,1-1 0,0-1 0,0-1 0,1-1 0,0-1 0,0-1 0,-29-17 0,-213-136 0,255 156 0,0 0 0,1-1 0,0 0 0,0 0 0,0-1 0,1 0 0,0 0 0,-7-13 0,0-1 0,2-1 0,-12-32 0,22 52 0,1-1 0,0 0 0,0 0 0,1 0 0,-1 0 0,1 0 0,0 0 0,0 0 0,0 0 0,0 0 0,1 0 0,0 0 0,0 0 0,0 0 0,0 0 0,0 0 0,1 1 0,0-1 0,0 0 0,0 1 0,0 0 0,0-1 0,4-3 0,1-1 0,0 1 0,1-1 0,0 1 0,0 0 0,1 1 0,-1 0 0,19-9 0,62-26 0,2 4 0,135-37 0,121-42 0,-332 111 0,257-116 0,-44 16 0,41 16 0,-188 64 0,-75 23 0,2-1 0,0 1 0,-1 0 0,1 0 0,0 1 0,14-1 0,-20 2 0,0 0 0,0 0 0,-1 1 0,1-1 0,0 0 0,-1 1 0,1 0 0,-1-1 0,1 1 0,-1 0 0,1-1 0,-1 1 0,1 0 0,-1 0 0,1 0 0,-1 1 0,0-1 0,0 0 0,0 0 0,0 1 0,0-1 0,0 0 0,0 1 0,0-1 0,0 1 0,-1-1 0,1 1 0,0 0 0,-1-1 0,0 1 0,1 0 0,-1-1 0,0 3 0,2 21 0,-1-1 0,-1 1 0,-4 34 0,-1 9 0,5-54 0,0-3 0,0 1 0,-1-1 0,0 1 0,-5 18 0,5-27 0,0 0 0,0-1 0,0 1 0,-1 0 0,1 0 0,-1-1 0,0 1 0,1-1 0,-1 1 0,0-1 0,0 0 0,-1 0 0,1 0 0,0 0 0,-1 0 0,1-1 0,-1 1 0,1-1 0,-1 1 0,0-1 0,0 0 0,-5 1 0,-2 0-455,0 0 0,-20 0 0,6-2-6371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2:47.205"/>
    </inkml:context>
    <inkml:brush xml:id="br0">
      <inkml:brushProperty name="width" value="0.05" units="cm"/>
      <inkml:brushProperty name="height" value="0.05" units="cm"/>
      <inkml:brushProperty name="color" value="#E71224"/>
    </inkml:brush>
  </inkml:definitions>
  <inkml:trace contextRef="#ctx0" brushRef="#br0">398 342 24575,'235'-22'0,"-139"16"0,161-10-158,394-39-493,-570 44 654,483-48 27,145 31 136,-255 0 129,20 0 20,-140 27-315,164-10 0,-302-8 0,664-39 0,-527 62 0,0 23 0,31 26-104,220 29-283,3-29 151,595-40 236,-798-16 0,557 25-1327,-764-2 2354,-156-16-856,1 1 0,-1 1 1,0 1-1,0 1 0,38 21 0,-50-24-171,1 0 0,0 0 0,0-1 0,0 0 0,20 5 0,-23-8 0,0 0 0,0 0 0,0-1 0,-1 0 0,1-1 0,0 1 0,0-1 0,0 0 0,0-1 0,8-2 0,3-4 0,2 2 0,-1 0 0,1 1 0,0 1 0,0 1 0,0 1 0,30 0 0,55 8-220,193 36-1,101 54-220,-164-28 441,-3 9 0,309 151 0,-21 40-134,-171-86 60,-272-141 146,140 99 1,-208-133 0,-1-1 0,1 2-1,-2-1 1,1 1 0,-1 0-1,0 1 1,9 14 0,-13-17-47,0 0 0,-1 0 0,0 0 0,0 0 0,0 1 0,0-1-1,-1 1 1,0-1 0,-1 1 0,0-1 0,0 1 0,0 0 0,-2 11 0,-1-3-26,-1 0 0,-1 1 0,0-2 0,-1 1 0,-1 0 0,0-1 0,0-1 0,-2 1 0,0-1 0,0-1 0,-15 16 0,-13 9 0,-2-1 0,-44 31 0,45-37 0,-18 12 0,-3-2 0,-104 52 0,-135 44 0,240-111 0,-160 65-348,-335 92-1,-420 43-856,791-186 1171,-478 84-368,-338-42 321,731-65 75,38-4 6,-212 19 0,400-27 0,-577 51 0,44-74 0,-138-23 0,124 11 0,-229-18 0,-46 21-163,280-17 163,2-26 0,213 24 0,-124-26 325,-225-22 253,581 86-429,-164-15 774,3-26-310,142 2-613,16 3 0,106 36 0,-162-49 0,171 49 0,1-1 0,-1-1 0,1-2 0,1 0 0,-37-29 0,47 30 0,0 0 0,0-1 0,2 0 0,-14-22 0,15 21 0,0 1 0,0 0 0,-2 1 0,1 0 0,-19-15 0,-10-5 0,2-2 0,1-1 0,2-2 0,-33-48 0,57 71 0,1-1 0,0 0 0,1 0 0,1-1 0,0 0 0,2 0 0,0-1 0,0 1 0,2-1 0,0 0 0,1-1 0,0 1 0,2-23 0,1-18 0,15-98 0,24-56 0,-32 171 0,51-198 0,-49 206 0,2 0 0,2 1 0,1 1 0,1 0 0,24-32 0,156-250 0,-183 289 0,1 2 0,22-26 0,-27 37 0,0 1 0,1 1 0,0 0 0,0 0 0,1 1 0,17-10 0,208-101 0,-77 41 0,-152 74 0,-1 1 0,0 0 0,0 0 0,0 0 0,10-2 0,-15 5 0,0 0 0,0-1 0,0 1 0,0 0 0,0 0 0,0 0 0,0 0 0,0 0 0,0 0 0,1 0 0,-1 0 0,0 1 0,0-1 0,0 0 0,-1 1 0,1-1 0,0 0 0,0 1 0,0-1 0,0 1 0,0 0 0,0-1 0,0 1 0,-1 0 0,1-1 0,0 1 0,-1 0 0,1 0 0,0-1 0,-1 1 0,1 0 0,-1 0 0,1 0 0,-1 0 0,1 1 0,1 9 0,1 0 0,-2 0 0,1 0 0,-1 13 0,4 28 0,3-22-1365,2-6-5461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2:50.734"/>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2:51.818"/>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2:52.45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2:52.784"/>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2:55.738"/>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2:56.83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2:58.254"/>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2:58.585"/>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2:58.921"/>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2:59.287"/>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3:00.223"/>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3:00.570"/>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3:00.941"/>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3:01.486"/>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3:02.753"/>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3:03.08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3:03.420"/>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3:04.441"/>
    </inkml:context>
    <inkml:brush xml:id="br0">
      <inkml:brushProperty name="width" value="0.05" units="cm"/>
      <inkml:brushProperty name="height" value="0.05" units="cm"/>
      <inkml:brushProperty name="color" value="#E71224"/>
    </inkml:brush>
  </inkml:definitions>
  <inkml:trace contextRef="#ctx0" brushRef="#br0">1 1 24575</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3:07.172"/>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3:07.503"/>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25T13:03:07.83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D9C4D9-D862-4C3E-8FE9-DE114C54803B}" type="datetimeFigureOut">
              <a:rPr lang="en-US" smtClean="0"/>
              <a:pPr/>
              <a:t>12/10/2024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62DC2-19C1-4A92-8153-20F4933354C8}" type="slidenum">
              <a:rPr lang="en-US" smtClean="0"/>
              <a:pPr/>
              <a:t>‹#›</a:t>
            </a:fld>
            <a:endParaRPr lang="en-US"/>
          </a:p>
        </p:txBody>
      </p:sp>
    </p:spTree>
    <p:extLst>
      <p:ext uri="{BB962C8B-B14F-4D97-AF65-F5344CB8AC3E}">
        <p14:creationId xmlns="" xmlns:p14="http://schemas.microsoft.com/office/powerpoint/2010/main" val="492591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E62DC2-19C1-4A92-8153-20F4933354C8}" type="slidenum">
              <a:rPr lang="en-US" smtClean="0"/>
              <a:pPr/>
              <a:t>5</a:t>
            </a:fld>
            <a:endParaRPr lang="en-US"/>
          </a:p>
        </p:txBody>
      </p:sp>
    </p:spTree>
    <p:extLst>
      <p:ext uri="{BB962C8B-B14F-4D97-AF65-F5344CB8AC3E}">
        <p14:creationId xmlns="" xmlns:p14="http://schemas.microsoft.com/office/powerpoint/2010/main" val="3616995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E62DC2-19C1-4A92-8153-20F4933354C8}" type="slidenum">
              <a:rPr lang="en-US" smtClean="0"/>
              <a:pPr/>
              <a:t>64</a:t>
            </a:fld>
            <a:endParaRPr lang="en-US"/>
          </a:p>
        </p:txBody>
      </p:sp>
    </p:spTree>
    <p:extLst>
      <p:ext uri="{BB962C8B-B14F-4D97-AF65-F5344CB8AC3E}">
        <p14:creationId xmlns="" xmlns:p14="http://schemas.microsoft.com/office/powerpoint/2010/main" val="674555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E62DC2-19C1-4A92-8153-20F4933354C8}" type="slidenum">
              <a:rPr lang="en-US" smtClean="0"/>
              <a:pPr/>
              <a:t>96</a:t>
            </a:fld>
            <a:endParaRPr lang="en-US"/>
          </a:p>
        </p:txBody>
      </p:sp>
    </p:spTree>
    <p:extLst>
      <p:ext uri="{BB962C8B-B14F-4D97-AF65-F5344CB8AC3E}">
        <p14:creationId xmlns="" xmlns:p14="http://schemas.microsoft.com/office/powerpoint/2010/main" val="2977998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329963-DB49-6353-B736-9E05AA4F4C3D}"/>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 xmlns:a16="http://schemas.microsoft.com/office/drawing/2014/main" id="{04CECADF-085B-FB4A-DFC8-1ACCF8EB1F7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 xmlns:a16="http://schemas.microsoft.com/office/drawing/2014/main" id="{89FC0BD4-683C-36B4-83C6-0858C9891C77}"/>
              </a:ext>
            </a:extLst>
          </p:cNvPr>
          <p:cNvSpPr>
            <a:spLocks noGrp="1"/>
          </p:cNvSpPr>
          <p:nvPr>
            <p:ph type="dt" sz="half" idx="10"/>
          </p:nvPr>
        </p:nvSpPr>
        <p:spPr/>
        <p:txBody>
          <a:bodyPr/>
          <a:lstStyle/>
          <a:p>
            <a:fld id="{F94D7A86-7C36-4FB0-BDFF-4C5D09AABD01}" type="datetimeFigureOut">
              <a:rPr lang="en-US" smtClean="0"/>
              <a:pPr/>
              <a:t>12/10/2024</a:t>
            </a:fld>
            <a:endParaRPr lang="en-IN"/>
          </a:p>
        </p:txBody>
      </p:sp>
      <p:sp>
        <p:nvSpPr>
          <p:cNvPr id="5" name="Footer Placeholder 4">
            <a:extLst>
              <a:ext uri="{FF2B5EF4-FFF2-40B4-BE49-F238E27FC236}">
                <a16:creationId xmlns="" xmlns:a16="http://schemas.microsoft.com/office/drawing/2014/main" id="{FBAE98A1-ADD5-64AC-6E61-FBFC69784A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912EF01-9297-99F8-37BE-7C5FACA7CE7E}"/>
              </a:ext>
            </a:extLst>
          </p:cNvPr>
          <p:cNvSpPr>
            <a:spLocks noGrp="1"/>
          </p:cNvSpPr>
          <p:nvPr>
            <p:ph type="sldNum" sz="quarter" idx="12"/>
          </p:nvPr>
        </p:nvSpPr>
        <p:spPr/>
        <p:txBody>
          <a:bodyPr/>
          <a:lstStyle/>
          <a:p>
            <a:fld id="{9CECDFC3-0425-4E7A-B31E-017093457988}" type="slidenum">
              <a:rPr lang="en-IN" smtClean="0"/>
              <a:pPr/>
              <a:t>‹#›</a:t>
            </a:fld>
            <a:endParaRPr lang="en-IN"/>
          </a:p>
        </p:txBody>
      </p:sp>
    </p:spTree>
    <p:extLst>
      <p:ext uri="{BB962C8B-B14F-4D97-AF65-F5344CB8AC3E}">
        <p14:creationId xmlns="" xmlns:p14="http://schemas.microsoft.com/office/powerpoint/2010/main" val="3705983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675539-25C8-D104-7BBF-F8D3CD0FEA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A6C45BAA-2C57-57C0-2C0D-A4F52AB92A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D859A262-AFF0-0745-223B-B1C144BBB362}"/>
              </a:ext>
            </a:extLst>
          </p:cNvPr>
          <p:cNvSpPr>
            <a:spLocks noGrp="1"/>
          </p:cNvSpPr>
          <p:nvPr>
            <p:ph type="dt" sz="half" idx="10"/>
          </p:nvPr>
        </p:nvSpPr>
        <p:spPr/>
        <p:txBody>
          <a:bodyPr/>
          <a:lstStyle/>
          <a:p>
            <a:fld id="{F94D7A86-7C36-4FB0-BDFF-4C5D09AABD01}" type="datetimeFigureOut">
              <a:rPr lang="en-US" smtClean="0"/>
              <a:pPr/>
              <a:t>12/10/2024</a:t>
            </a:fld>
            <a:endParaRPr lang="en-IN"/>
          </a:p>
        </p:txBody>
      </p:sp>
      <p:sp>
        <p:nvSpPr>
          <p:cNvPr id="5" name="Footer Placeholder 4">
            <a:extLst>
              <a:ext uri="{FF2B5EF4-FFF2-40B4-BE49-F238E27FC236}">
                <a16:creationId xmlns="" xmlns:a16="http://schemas.microsoft.com/office/drawing/2014/main" id="{652D3D32-3EF5-E4C3-95B0-5D72B96067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E8BF82F-9283-0C3E-5D2D-D7529E85A1F8}"/>
              </a:ext>
            </a:extLst>
          </p:cNvPr>
          <p:cNvSpPr>
            <a:spLocks noGrp="1"/>
          </p:cNvSpPr>
          <p:nvPr>
            <p:ph type="sldNum" sz="quarter" idx="12"/>
          </p:nvPr>
        </p:nvSpPr>
        <p:spPr/>
        <p:txBody>
          <a:bodyPr/>
          <a:lstStyle/>
          <a:p>
            <a:fld id="{9CECDFC3-0425-4E7A-B31E-017093457988}" type="slidenum">
              <a:rPr lang="en-IN" smtClean="0"/>
              <a:pPr/>
              <a:t>‹#›</a:t>
            </a:fld>
            <a:endParaRPr lang="en-IN"/>
          </a:p>
        </p:txBody>
      </p:sp>
    </p:spTree>
    <p:extLst>
      <p:ext uri="{BB962C8B-B14F-4D97-AF65-F5344CB8AC3E}">
        <p14:creationId xmlns="" xmlns:p14="http://schemas.microsoft.com/office/powerpoint/2010/main" val="375526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D55CAC-02F9-CB99-4D85-106AC0423A34}"/>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 xmlns:a16="http://schemas.microsoft.com/office/drawing/2014/main" id="{45BBC5EA-B845-16E3-3186-D79B64932D42}"/>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3602D948-0D0F-77A1-B97D-D3A849B7F87B}"/>
              </a:ext>
            </a:extLst>
          </p:cNvPr>
          <p:cNvSpPr>
            <a:spLocks noGrp="1"/>
          </p:cNvSpPr>
          <p:nvPr>
            <p:ph type="dt" sz="half" idx="10"/>
          </p:nvPr>
        </p:nvSpPr>
        <p:spPr/>
        <p:txBody>
          <a:bodyPr/>
          <a:lstStyle/>
          <a:p>
            <a:fld id="{F94D7A86-7C36-4FB0-BDFF-4C5D09AABD01}" type="datetimeFigureOut">
              <a:rPr lang="en-US" smtClean="0"/>
              <a:pPr/>
              <a:t>12/10/2024</a:t>
            </a:fld>
            <a:endParaRPr lang="en-IN"/>
          </a:p>
        </p:txBody>
      </p:sp>
      <p:sp>
        <p:nvSpPr>
          <p:cNvPr id="5" name="Footer Placeholder 4">
            <a:extLst>
              <a:ext uri="{FF2B5EF4-FFF2-40B4-BE49-F238E27FC236}">
                <a16:creationId xmlns="" xmlns:a16="http://schemas.microsoft.com/office/drawing/2014/main" id="{8181F7DC-12A4-95AD-A998-DC2A7AE1F9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A2961D75-24B0-8C5E-81E7-A1955DA48160}"/>
              </a:ext>
            </a:extLst>
          </p:cNvPr>
          <p:cNvSpPr>
            <a:spLocks noGrp="1"/>
          </p:cNvSpPr>
          <p:nvPr>
            <p:ph type="sldNum" sz="quarter" idx="12"/>
          </p:nvPr>
        </p:nvSpPr>
        <p:spPr/>
        <p:txBody>
          <a:bodyPr/>
          <a:lstStyle/>
          <a:p>
            <a:fld id="{9CECDFC3-0425-4E7A-B31E-017093457988}" type="slidenum">
              <a:rPr lang="en-IN" smtClean="0"/>
              <a:pPr/>
              <a:t>‹#›</a:t>
            </a:fld>
            <a:endParaRPr lang="en-IN"/>
          </a:p>
        </p:txBody>
      </p:sp>
    </p:spTree>
    <p:extLst>
      <p:ext uri="{BB962C8B-B14F-4D97-AF65-F5344CB8AC3E}">
        <p14:creationId xmlns="" xmlns:p14="http://schemas.microsoft.com/office/powerpoint/2010/main" val="196559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6FB269-976C-E906-FF52-636225FB9F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79EDEBD6-C115-5DB0-1AB3-326BEC4B6F3D}"/>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259884C4-B69F-D2FA-ADBC-B40AB7668BA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D4809A42-E02A-BC7B-5B49-3365CCF17C4F}"/>
              </a:ext>
            </a:extLst>
          </p:cNvPr>
          <p:cNvSpPr>
            <a:spLocks noGrp="1"/>
          </p:cNvSpPr>
          <p:nvPr>
            <p:ph type="dt" sz="half" idx="10"/>
          </p:nvPr>
        </p:nvSpPr>
        <p:spPr/>
        <p:txBody>
          <a:bodyPr/>
          <a:lstStyle/>
          <a:p>
            <a:fld id="{F94D7A86-7C36-4FB0-BDFF-4C5D09AABD01}" type="datetimeFigureOut">
              <a:rPr lang="en-US" smtClean="0"/>
              <a:pPr/>
              <a:t>12/10/2024</a:t>
            </a:fld>
            <a:endParaRPr lang="en-IN"/>
          </a:p>
        </p:txBody>
      </p:sp>
      <p:sp>
        <p:nvSpPr>
          <p:cNvPr id="6" name="Footer Placeholder 5">
            <a:extLst>
              <a:ext uri="{FF2B5EF4-FFF2-40B4-BE49-F238E27FC236}">
                <a16:creationId xmlns="" xmlns:a16="http://schemas.microsoft.com/office/drawing/2014/main" id="{6454AF07-F0CB-80EC-7D42-B6FD9CB661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63436179-E25E-23D9-F213-B5912CF0329C}"/>
              </a:ext>
            </a:extLst>
          </p:cNvPr>
          <p:cNvSpPr>
            <a:spLocks noGrp="1"/>
          </p:cNvSpPr>
          <p:nvPr>
            <p:ph type="sldNum" sz="quarter" idx="12"/>
          </p:nvPr>
        </p:nvSpPr>
        <p:spPr/>
        <p:txBody>
          <a:bodyPr/>
          <a:lstStyle/>
          <a:p>
            <a:fld id="{9CECDFC3-0425-4E7A-B31E-017093457988}" type="slidenum">
              <a:rPr lang="en-IN" smtClean="0"/>
              <a:pPr/>
              <a:t>‹#›</a:t>
            </a:fld>
            <a:endParaRPr lang="en-IN"/>
          </a:p>
        </p:txBody>
      </p:sp>
    </p:spTree>
    <p:extLst>
      <p:ext uri="{BB962C8B-B14F-4D97-AF65-F5344CB8AC3E}">
        <p14:creationId xmlns="" xmlns:p14="http://schemas.microsoft.com/office/powerpoint/2010/main" val="165070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BAC368-F024-E58A-F328-9A984518B8F2}"/>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53D8414C-E699-98FB-C73C-F19728A6C51E}"/>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4BF02321-CD48-045D-DC89-DCE53645B05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4BFF2CED-EBF3-8147-3457-E884837E0AC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977B62A6-F6B9-50B5-D57E-7774FAAB93C2}"/>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5E96B329-57BA-F939-CB5E-B8D04C8391E1}"/>
              </a:ext>
            </a:extLst>
          </p:cNvPr>
          <p:cNvSpPr>
            <a:spLocks noGrp="1"/>
          </p:cNvSpPr>
          <p:nvPr>
            <p:ph type="dt" sz="half" idx="10"/>
          </p:nvPr>
        </p:nvSpPr>
        <p:spPr/>
        <p:txBody>
          <a:bodyPr/>
          <a:lstStyle/>
          <a:p>
            <a:fld id="{F94D7A86-7C36-4FB0-BDFF-4C5D09AABD01}" type="datetimeFigureOut">
              <a:rPr lang="en-US" smtClean="0"/>
              <a:pPr/>
              <a:t>12/10/2024</a:t>
            </a:fld>
            <a:endParaRPr lang="en-IN"/>
          </a:p>
        </p:txBody>
      </p:sp>
      <p:sp>
        <p:nvSpPr>
          <p:cNvPr id="8" name="Footer Placeholder 7">
            <a:extLst>
              <a:ext uri="{FF2B5EF4-FFF2-40B4-BE49-F238E27FC236}">
                <a16:creationId xmlns="" xmlns:a16="http://schemas.microsoft.com/office/drawing/2014/main" id="{AB4220E8-0AC6-C542-1B2E-95287349183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35166E0D-F6D8-79E1-7B47-EB34CA275224}"/>
              </a:ext>
            </a:extLst>
          </p:cNvPr>
          <p:cNvSpPr>
            <a:spLocks noGrp="1"/>
          </p:cNvSpPr>
          <p:nvPr>
            <p:ph type="sldNum" sz="quarter" idx="12"/>
          </p:nvPr>
        </p:nvSpPr>
        <p:spPr/>
        <p:txBody>
          <a:bodyPr/>
          <a:lstStyle/>
          <a:p>
            <a:fld id="{9CECDFC3-0425-4E7A-B31E-017093457988}" type="slidenum">
              <a:rPr lang="en-IN" smtClean="0"/>
              <a:pPr/>
              <a:t>‹#›</a:t>
            </a:fld>
            <a:endParaRPr lang="en-IN"/>
          </a:p>
        </p:txBody>
      </p:sp>
    </p:spTree>
    <p:extLst>
      <p:ext uri="{BB962C8B-B14F-4D97-AF65-F5344CB8AC3E}">
        <p14:creationId xmlns="" xmlns:p14="http://schemas.microsoft.com/office/powerpoint/2010/main" val="520817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E1DAA4-C8F3-F178-8184-B924CD7323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92B3D9A5-F8DD-3AFD-355B-7E05FB2CB6CE}"/>
              </a:ext>
            </a:extLst>
          </p:cNvPr>
          <p:cNvSpPr>
            <a:spLocks noGrp="1"/>
          </p:cNvSpPr>
          <p:nvPr>
            <p:ph type="dt" sz="half" idx="10"/>
          </p:nvPr>
        </p:nvSpPr>
        <p:spPr/>
        <p:txBody>
          <a:bodyPr/>
          <a:lstStyle/>
          <a:p>
            <a:fld id="{F94D7A86-7C36-4FB0-BDFF-4C5D09AABD01}" type="datetimeFigureOut">
              <a:rPr lang="en-US" smtClean="0"/>
              <a:pPr/>
              <a:t>12/10/2024</a:t>
            </a:fld>
            <a:endParaRPr lang="en-IN"/>
          </a:p>
        </p:txBody>
      </p:sp>
      <p:sp>
        <p:nvSpPr>
          <p:cNvPr id="4" name="Footer Placeholder 3">
            <a:extLst>
              <a:ext uri="{FF2B5EF4-FFF2-40B4-BE49-F238E27FC236}">
                <a16:creationId xmlns="" xmlns:a16="http://schemas.microsoft.com/office/drawing/2014/main" id="{83036FFE-FE71-865E-257D-EAD144947F6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CA7D52C0-AAF9-5412-9A3B-688D3F8B632E}"/>
              </a:ext>
            </a:extLst>
          </p:cNvPr>
          <p:cNvSpPr>
            <a:spLocks noGrp="1"/>
          </p:cNvSpPr>
          <p:nvPr>
            <p:ph type="sldNum" sz="quarter" idx="12"/>
          </p:nvPr>
        </p:nvSpPr>
        <p:spPr/>
        <p:txBody>
          <a:bodyPr/>
          <a:lstStyle/>
          <a:p>
            <a:fld id="{9CECDFC3-0425-4E7A-B31E-017093457988}" type="slidenum">
              <a:rPr lang="en-IN" smtClean="0"/>
              <a:pPr/>
              <a:t>‹#›</a:t>
            </a:fld>
            <a:endParaRPr lang="en-IN"/>
          </a:p>
        </p:txBody>
      </p:sp>
    </p:spTree>
    <p:extLst>
      <p:ext uri="{BB962C8B-B14F-4D97-AF65-F5344CB8AC3E}">
        <p14:creationId xmlns="" xmlns:p14="http://schemas.microsoft.com/office/powerpoint/2010/main" val="212915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EE6C73B-A218-91D4-1574-CFACECBF1990}"/>
              </a:ext>
            </a:extLst>
          </p:cNvPr>
          <p:cNvSpPr>
            <a:spLocks noGrp="1"/>
          </p:cNvSpPr>
          <p:nvPr>
            <p:ph type="dt" sz="half" idx="10"/>
          </p:nvPr>
        </p:nvSpPr>
        <p:spPr/>
        <p:txBody>
          <a:bodyPr/>
          <a:lstStyle/>
          <a:p>
            <a:fld id="{F94D7A86-7C36-4FB0-BDFF-4C5D09AABD01}" type="datetimeFigureOut">
              <a:rPr lang="en-US" smtClean="0"/>
              <a:pPr/>
              <a:t>12/10/2024</a:t>
            </a:fld>
            <a:endParaRPr lang="en-IN"/>
          </a:p>
        </p:txBody>
      </p:sp>
      <p:sp>
        <p:nvSpPr>
          <p:cNvPr id="3" name="Footer Placeholder 2">
            <a:extLst>
              <a:ext uri="{FF2B5EF4-FFF2-40B4-BE49-F238E27FC236}">
                <a16:creationId xmlns="" xmlns:a16="http://schemas.microsoft.com/office/drawing/2014/main" id="{30CCBADA-1D09-4987-2DD9-00F9736E61A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3778D1CE-9385-C058-94DB-FD11C8DED00B}"/>
              </a:ext>
            </a:extLst>
          </p:cNvPr>
          <p:cNvSpPr>
            <a:spLocks noGrp="1"/>
          </p:cNvSpPr>
          <p:nvPr>
            <p:ph type="sldNum" sz="quarter" idx="12"/>
          </p:nvPr>
        </p:nvSpPr>
        <p:spPr/>
        <p:txBody>
          <a:bodyPr/>
          <a:lstStyle/>
          <a:p>
            <a:fld id="{9CECDFC3-0425-4E7A-B31E-017093457988}" type="slidenum">
              <a:rPr lang="en-IN" smtClean="0"/>
              <a:pPr/>
              <a:t>‹#›</a:t>
            </a:fld>
            <a:endParaRPr lang="en-IN"/>
          </a:p>
        </p:txBody>
      </p:sp>
    </p:spTree>
    <p:extLst>
      <p:ext uri="{BB962C8B-B14F-4D97-AF65-F5344CB8AC3E}">
        <p14:creationId xmlns="" xmlns:p14="http://schemas.microsoft.com/office/powerpoint/2010/main" val="3349068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2F1E60-A726-19E2-0AA1-5D7D9C23E43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 xmlns:a16="http://schemas.microsoft.com/office/drawing/2014/main" id="{29521D17-94A8-4976-73F8-7C1AE9B17E7A}"/>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6F7D4DD3-1D35-9FE3-FB99-272260BC966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 xmlns:a16="http://schemas.microsoft.com/office/drawing/2014/main" id="{F0133CF8-A84B-CBD9-3D71-DE2E1F1BB5FF}"/>
              </a:ext>
            </a:extLst>
          </p:cNvPr>
          <p:cNvSpPr>
            <a:spLocks noGrp="1"/>
          </p:cNvSpPr>
          <p:nvPr>
            <p:ph type="dt" sz="half" idx="10"/>
          </p:nvPr>
        </p:nvSpPr>
        <p:spPr/>
        <p:txBody>
          <a:bodyPr/>
          <a:lstStyle/>
          <a:p>
            <a:fld id="{F94D7A86-7C36-4FB0-BDFF-4C5D09AABD01}" type="datetimeFigureOut">
              <a:rPr lang="en-US" smtClean="0"/>
              <a:pPr/>
              <a:t>12/10/2024</a:t>
            </a:fld>
            <a:endParaRPr lang="en-IN"/>
          </a:p>
        </p:txBody>
      </p:sp>
      <p:sp>
        <p:nvSpPr>
          <p:cNvPr id="6" name="Footer Placeholder 5">
            <a:extLst>
              <a:ext uri="{FF2B5EF4-FFF2-40B4-BE49-F238E27FC236}">
                <a16:creationId xmlns="" xmlns:a16="http://schemas.microsoft.com/office/drawing/2014/main" id="{1EEB0457-A554-7DC5-6149-6B31333F68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9D5CD65F-0348-4570-BCDF-30CF396A7A40}"/>
              </a:ext>
            </a:extLst>
          </p:cNvPr>
          <p:cNvSpPr>
            <a:spLocks noGrp="1"/>
          </p:cNvSpPr>
          <p:nvPr>
            <p:ph type="sldNum" sz="quarter" idx="12"/>
          </p:nvPr>
        </p:nvSpPr>
        <p:spPr/>
        <p:txBody>
          <a:bodyPr/>
          <a:lstStyle/>
          <a:p>
            <a:fld id="{9CECDFC3-0425-4E7A-B31E-017093457988}" type="slidenum">
              <a:rPr lang="en-IN" smtClean="0"/>
              <a:pPr/>
              <a:t>‹#›</a:t>
            </a:fld>
            <a:endParaRPr lang="en-IN"/>
          </a:p>
        </p:txBody>
      </p:sp>
    </p:spTree>
    <p:extLst>
      <p:ext uri="{BB962C8B-B14F-4D97-AF65-F5344CB8AC3E}">
        <p14:creationId xmlns="" xmlns:p14="http://schemas.microsoft.com/office/powerpoint/2010/main" val="2047068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3C8E068-FB68-047A-9CB5-8D93C3F0BAA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 xmlns:a16="http://schemas.microsoft.com/office/drawing/2014/main" id="{9D092F2A-175D-EF63-56B3-D8709F77D538}"/>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 xmlns:a16="http://schemas.microsoft.com/office/drawing/2014/main" id="{CCE29A2C-0FCD-C4B6-6A3C-30C6C629B07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 xmlns:a16="http://schemas.microsoft.com/office/drawing/2014/main" id="{DA2BB3DF-A4FF-8BC3-40F6-8341F471BFE4}"/>
              </a:ext>
            </a:extLst>
          </p:cNvPr>
          <p:cNvSpPr>
            <a:spLocks noGrp="1"/>
          </p:cNvSpPr>
          <p:nvPr>
            <p:ph type="dt" sz="half" idx="10"/>
          </p:nvPr>
        </p:nvSpPr>
        <p:spPr/>
        <p:txBody>
          <a:bodyPr/>
          <a:lstStyle/>
          <a:p>
            <a:fld id="{F94D7A86-7C36-4FB0-BDFF-4C5D09AABD01}" type="datetimeFigureOut">
              <a:rPr lang="en-US" smtClean="0"/>
              <a:pPr/>
              <a:t>12/10/2024</a:t>
            </a:fld>
            <a:endParaRPr lang="en-IN"/>
          </a:p>
        </p:txBody>
      </p:sp>
      <p:sp>
        <p:nvSpPr>
          <p:cNvPr id="6" name="Footer Placeholder 5">
            <a:extLst>
              <a:ext uri="{FF2B5EF4-FFF2-40B4-BE49-F238E27FC236}">
                <a16:creationId xmlns="" xmlns:a16="http://schemas.microsoft.com/office/drawing/2014/main" id="{79973D8F-AFD0-06AA-C726-17AC2895710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 xmlns:a16="http://schemas.microsoft.com/office/drawing/2014/main" id="{AFFF3785-1618-B10A-9A9C-74645FFF22A5}"/>
              </a:ext>
            </a:extLst>
          </p:cNvPr>
          <p:cNvSpPr>
            <a:spLocks noGrp="1"/>
          </p:cNvSpPr>
          <p:nvPr>
            <p:ph type="sldNum" sz="quarter" idx="12"/>
          </p:nvPr>
        </p:nvSpPr>
        <p:spPr/>
        <p:txBody>
          <a:bodyPr/>
          <a:lstStyle/>
          <a:p>
            <a:fld id="{9CECDFC3-0425-4E7A-B31E-017093457988}" type="slidenum">
              <a:rPr lang="en-IN" smtClean="0"/>
              <a:pPr/>
              <a:t>‹#›</a:t>
            </a:fld>
            <a:endParaRPr lang="en-IN"/>
          </a:p>
        </p:txBody>
      </p:sp>
    </p:spTree>
    <p:extLst>
      <p:ext uri="{BB962C8B-B14F-4D97-AF65-F5344CB8AC3E}">
        <p14:creationId xmlns="" xmlns:p14="http://schemas.microsoft.com/office/powerpoint/2010/main" val="763741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CA09A3-CEB2-4802-86B9-1A76C9EB35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F55D683C-6AA6-92CB-99B3-DC6E547AF0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AAC277A0-1447-22B5-B045-23419AF07AA6}"/>
              </a:ext>
            </a:extLst>
          </p:cNvPr>
          <p:cNvSpPr>
            <a:spLocks noGrp="1"/>
          </p:cNvSpPr>
          <p:nvPr>
            <p:ph type="dt" sz="half" idx="10"/>
          </p:nvPr>
        </p:nvSpPr>
        <p:spPr/>
        <p:txBody>
          <a:bodyPr/>
          <a:lstStyle/>
          <a:p>
            <a:fld id="{F94D7A86-7C36-4FB0-BDFF-4C5D09AABD01}" type="datetimeFigureOut">
              <a:rPr lang="en-US" smtClean="0"/>
              <a:pPr/>
              <a:t>12/10/2024</a:t>
            </a:fld>
            <a:endParaRPr lang="en-IN"/>
          </a:p>
        </p:txBody>
      </p:sp>
      <p:sp>
        <p:nvSpPr>
          <p:cNvPr id="5" name="Footer Placeholder 4">
            <a:extLst>
              <a:ext uri="{FF2B5EF4-FFF2-40B4-BE49-F238E27FC236}">
                <a16:creationId xmlns="" xmlns:a16="http://schemas.microsoft.com/office/drawing/2014/main" id="{9CD5C7A4-E872-D92A-5C5E-6EE3027379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A87F4AE8-91BE-B07C-6A9A-3AE6A437FF5F}"/>
              </a:ext>
            </a:extLst>
          </p:cNvPr>
          <p:cNvSpPr>
            <a:spLocks noGrp="1"/>
          </p:cNvSpPr>
          <p:nvPr>
            <p:ph type="sldNum" sz="quarter" idx="12"/>
          </p:nvPr>
        </p:nvSpPr>
        <p:spPr/>
        <p:txBody>
          <a:bodyPr/>
          <a:lstStyle/>
          <a:p>
            <a:fld id="{9CECDFC3-0425-4E7A-B31E-017093457988}" type="slidenum">
              <a:rPr lang="en-IN" smtClean="0"/>
              <a:pPr/>
              <a:t>‹#›</a:t>
            </a:fld>
            <a:endParaRPr lang="en-IN"/>
          </a:p>
        </p:txBody>
      </p:sp>
    </p:spTree>
    <p:extLst>
      <p:ext uri="{BB962C8B-B14F-4D97-AF65-F5344CB8AC3E}">
        <p14:creationId xmlns="" xmlns:p14="http://schemas.microsoft.com/office/powerpoint/2010/main" val="735759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22C44C8E-E15A-FE64-F642-86DADD782542}"/>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AC7F5F94-D5C3-AF82-7B46-5E304FCA6C9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344C3519-4C12-2CD3-DA34-5A0B9AEC103B}"/>
              </a:ext>
            </a:extLst>
          </p:cNvPr>
          <p:cNvSpPr>
            <a:spLocks noGrp="1"/>
          </p:cNvSpPr>
          <p:nvPr>
            <p:ph type="dt" sz="half" idx="10"/>
          </p:nvPr>
        </p:nvSpPr>
        <p:spPr/>
        <p:txBody>
          <a:bodyPr/>
          <a:lstStyle/>
          <a:p>
            <a:fld id="{F94D7A86-7C36-4FB0-BDFF-4C5D09AABD01}" type="datetimeFigureOut">
              <a:rPr lang="en-US" smtClean="0"/>
              <a:pPr/>
              <a:t>12/10/2024</a:t>
            </a:fld>
            <a:endParaRPr lang="en-IN"/>
          </a:p>
        </p:txBody>
      </p:sp>
      <p:sp>
        <p:nvSpPr>
          <p:cNvPr id="5" name="Footer Placeholder 4">
            <a:extLst>
              <a:ext uri="{FF2B5EF4-FFF2-40B4-BE49-F238E27FC236}">
                <a16:creationId xmlns="" xmlns:a16="http://schemas.microsoft.com/office/drawing/2014/main" id="{37784FAA-4C66-9EE8-D35C-BED95D415B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6DB7D8E7-F25D-AA68-4FDD-2AE77A718678}"/>
              </a:ext>
            </a:extLst>
          </p:cNvPr>
          <p:cNvSpPr>
            <a:spLocks noGrp="1"/>
          </p:cNvSpPr>
          <p:nvPr>
            <p:ph type="sldNum" sz="quarter" idx="12"/>
          </p:nvPr>
        </p:nvSpPr>
        <p:spPr/>
        <p:txBody>
          <a:bodyPr/>
          <a:lstStyle/>
          <a:p>
            <a:fld id="{9CECDFC3-0425-4E7A-B31E-017093457988}" type="slidenum">
              <a:rPr lang="en-IN" smtClean="0"/>
              <a:pPr/>
              <a:t>‹#›</a:t>
            </a:fld>
            <a:endParaRPr lang="en-IN"/>
          </a:p>
        </p:txBody>
      </p:sp>
    </p:spTree>
    <p:extLst>
      <p:ext uri="{BB962C8B-B14F-4D97-AF65-F5344CB8AC3E}">
        <p14:creationId xmlns="" xmlns:p14="http://schemas.microsoft.com/office/powerpoint/2010/main" val="3912048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8252D12E-6CD8-1F28-8698-CC923764CBB5}"/>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82B5165D-EBA3-496F-BEC1-F9B8C36BE93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736CA14-AE74-BD56-183F-06CD8D64596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94D7A86-7C36-4FB0-BDFF-4C5D09AABD01}" type="datetimeFigureOut">
              <a:rPr lang="en-US" smtClean="0"/>
              <a:pPr/>
              <a:t>12/10/2024</a:t>
            </a:fld>
            <a:endParaRPr lang="en-IN"/>
          </a:p>
        </p:txBody>
      </p:sp>
      <p:sp>
        <p:nvSpPr>
          <p:cNvPr id="5" name="Footer Placeholder 4">
            <a:extLst>
              <a:ext uri="{FF2B5EF4-FFF2-40B4-BE49-F238E27FC236}">
                <a16:creationId xmlns="" xmlns:a16="http://schemas.microsoft.com/office/drawing/2014/main" id="{365E29C3-1E37-EB85-5EBE-705097CA0A7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1199CBD8-B8E8-8066-79D7-D41522E426C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CECDFC3-0425-4E7A-B31E-017093457988}" type="slidenum">
              <a:rPr lang="en-IN" smtClean="0"/>
              <a:pPr/>
              <a:t>‹#›</a:t>
            </a:fld>
            <a:endParaRPr lang="en-IN"/>
          </a:p>
        </p:txBody>
      </p:sp>
    </p:spTree>
    <p:extLst>
      <p:ext uri="{BB962C8B-B14F-4D97-AF65-F5344CB8AC3E}">
        <p14:creationId xmlns="" xmlns:p14="http://schemas.microsoft.com/office/powerpoint/2010/main" val="498486658"/>
      </p:ext>
    </p:extLst>
  </p:cSld>
  <p:clrMap bg1="lt1" tx1="dk1" bg2="lt2" tx2="dk2" accent1="accent1" accent2="accent2" accent3="accent3" accent4="accent4" accent5="accent5" accent6="accent6" hlink="hlink" folHlink="folHlink"/>
  <p:sldLayoutIdLst>
    <p:sldLayoutId id="2147484121" r:id="rId1"/>
    <p:sldLayoutId id="2147484122" r:id="rId2"/>
    <p:sldLayoutId id="2147484123" r:id="rId3"/>
    <p:sldLayoutId id="2147484124" r:id="rId4"/>
    <p:sldLayoutId id="2147484125" r:id="rId5"/>
    <p:sldLayoutId id="2147484126" r:id="rId6"/>
    <p:sldLayoutId id="2147484127" r:id="rId7"/>
    <p:sldLayoutId id="2147484128" r:id="rId8"/>
    <p:sldLayoutId id="2147484129" r:id="rId9"/>
    <p:sldLayoutId id="2147484130" r:id="rId10"/>
    <p:sldLayoutId id="214748413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9.xml"/><Relationship Id="rId3" Type="http://schemas.openxmlformats.org/officeDocument/2006/relationships/image" Target="../media/image16.png"/><Relationship Id="rId7" Type="http://schemas.openxmlformats.org/officeDocument/2006/relationships/customXml" Target="../ink/ink3.xml"/><Relationship Id="rId12" Type="http://schemas.openxmlformats.org/officeDocument/2006/relationships/customXml" Target="../ink/ink8.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customXml" Target="../ink/ink7.xml"/><Relationship Id="rId5" Type="http://schemas.openxmlformats.org/officeDocument/2006/relationships/customXml" Target="../ink/ink2.xml"/><Relationship Id="rId10" Type="http://schemas.openxmlformats.org/officeDocument/2006/relationships/customXml" Target="../ink/ink6.xml"/><Relationship Id="rId9" Type="http://schemas.openxmlformats.org/officeDocument/2006/relationships/customXml" Target="../ink/ink5.xml"/><Relationship Id="rId14" Type="http://schemas.openxmlformats.org/officeDocument/2006/relationships/customXml" Target="../ink/ink10.xml"/></Relationships>
</file>

<file path=ppt/slides/_rels/slide19.xml.rels><?xml version="1.0" encoding="UTF-8" standalone="yes"?>
<Relationships xmlns="http://schemas.openxmlformats.org/package/2006/relationships"><Relationship Id="rId8" Type="http://schemas.openxmlformats.org/officeDocument/2006/relationships/customXml" Target="../ink/ink15.xml"/><Relationship Id="rId3" Type="http://schemas.openxmlformats.org/officeDocument/2006/relationships/customXml" Target="../ink/ink11.xml"/><Relationship Id="rId7" Type="http://schemas.openxmlformats.org/officeDocument/2006/relationships/customXml" Target="../ink/ink14.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customXml" Target="../ink/ink13.xml"/><Relationship Id="rId11" Type="http://schemas.openxmlformats.org/officeDocument/2006/relationships/customXml" Target="../ink/ink18.xml"/><Relationship Id="rId5" Type="http://schemas.openxmlformats.org/officeDocument/2006/relationships/customXml" Target="../ink/ink12.xml"/><Relationship Id="rId15" Type="http://schemas.openxmlformats.org/officeDocument/2006/relationships/image" Target="../media/image19.png"/><Relationship Id="rId10" Type="http://schemas.openxmlformats.org/officeDocument/2006/relationships/customXml" Target="../ink/ink17.xml"/><Relationship Id="rId4" Type="http://schemas.openxmlformats.org/officeDocument/2006/relationships/image" Target="../media/image17.png"/><Relationship Id="rId9" Type="http://schemas.openxmlformats.org/officeDocument/2006/relationships/customXml" Target="../ink/ink16.xml"/><Relationship Id="rId14" Type="http://schemas.openxmlformats.org/officeDocument/2006/relationships/customXml" Target="../ink/ink20.xml"/></Relationships>
</file>

<file path=ppt/slides/_rels/slide20.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docs.microsoft.com/en-us/windows/wsl/install-manua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slstorestorage.blob.core.windows.net/wslblob/wsl_update_x64.msi"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customXml" Target="../ink/ink24.xml"/><Relationship Id="rId1" Type="http://schemas.openxmlformats.org/officeDocument/2006/relationships/slideLayout" Target="../slideLayouts/slideLayout2.xml"/><Relationship Id="rId6" Type="http://schemas.openxmlformats.org/officeDocument/2006/relationships/customXml" Target="../ink/ink26.xml"/><Relationship Id="rId5" Type="http://schemas.openxmlformats.org/officeDocument/2006/relationships/image" Target="../media/image17.png"/><Relationship Id="rId4" Type="http://schemas.openxmlformats.org/officeDocument/2006/relationships/customXml" Target="../ink/ink25.xml"/></Relationships>
</file>

<file path=ppt/slides/_rels/slide82.xml.rels><?xml version="1.0" encoding="UTF-8" standalone="yes"?>
<Relationships xmlns="http://schemas.openxmlformats.org/package/2006/relationships"><Relationship Id="rId18" Type="http://schemas.openxmlformats.org/officeDocument/2006/relationships/image" Target="../media/image86.png"/><Relationship Id="rId21" Type="http://schemas.openxmlformats.org/officeDocument/2006/relationships/customXml" Target="../ink/ink35.xml"/><Relationship Id="rId17" Type="http://schemas.openxmlformats.org/officeDocument/2006/relationships/customXml" Target="../ink/ink33.xml"/><Relationship Id="rId2" Type="http://schemas.openxmlformats.org/officeDocument/2006/relationships/image" Target="../media/image85.png"/><Relationship Id="rId20" Type="http://schemas.openxmlformats.org/officeDocument/2006/relationships/image" Target="../media/image87.png"/><Relationship Id="rId1" Type="http://schemas.openxmlformats.org/officeDocument/2006/relationships/slideLayout" Target="../slideLayouts/slideLayout2.xml"/><Relationship Id="rId19" Type="http://schemas.openxmlformats.org/officeDocument/2006/relationships/customXml" Target="../ink/ink34.xml"/><Relationship Id="rId22" Type="http://schemas.openxmlformats.org/officeDocument/2006/relationships/image" Target="../media/image88.png"/></Relationships>
</file>

<file path=ppt/slides/_rels/slide8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customXml" Target="../ink/ink36.xml"/><Relationship Id="rId7" Type="http://schemas.openxmlformats.org/officeDocument/2006/relationships/customXml" Target="../ink/ink38.xml"/><Relationship Id="rId2" Type="http://schemas.openxmlformats.org/officeDocument/2006/relationships/image" Target="../media/image91.png"/><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customXml" Target="../ink/ink37.xml"/><Relationship Id="rId4" Type="http://schemas.openxmlformats.org/officeDocument/2006/relationships/image" Target="../media/image92.png"/></Relationships>
</file>

<file path=ppt/slides/_rels/slide86.xml.rels><?xml version="1.0" encoding="UTF-8" standalone="yes"?>
<Relationships xmlns="http://schemas.openxmlformats.org/package/2006/relationships"><Relationship Id="rId3" Type="http://schemas.openxmlformats.org/officeDocument/2006/relationships/customXml" Target="../ink/ink39.xml"/><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customXml" Target="../ink/ink40.xml"/><Relationship Id="rId4" Type="http://schemas.openxmlformats.org/officeDocument/2006/relationships/image" Target="../media/image95.png"/></Relationships>
</file>

<file path=ppt/slides/_rels/slide87.xml.rels><?xml version="1.0" encoding="UTF-8" standalone="yes"?>
<Relationships xmlns="http://schemas.openxmlformats.org/package/2006/relationships"><Relationship Id="rId8" Type="http://schemas.openxmlformats.org/officeDocument/2006/relationships/customXml" Target="../ink/ink46.xml"/><Relationship Id="rId3" Type="http://schemas.openxmlformats.org/officeDocument/2006/relationships/image" Target="../media/image97.png"/><Relationship Id="rId7" Type="http://schemas.openxmlformats.org/officeDocument/2006/relationships/customXml" Target="../ink/ink45.xml"/><Relationship Id="rId2" Type="http://schemas.openxmlformats.org/officeDocument/2006/relationships/customXml" Target="../ink/ink41.xml"/><Relationship Id="rId1" Type="http://schemas.openxmlformats.org/officeDocument/2006/relationships/slideLayout" Target="../slideLayouts/slideLayout2.xml"/><Relationship Id="rId6" Type="http://schemas.openxmlformats.org/officeDocument/2006/relationships/customXml" Target="../ink/ink44.xml"/><Relationship Id="rId5" Type="http://schemas.openxmlformats.org/officeDocument/2006/relationships/customXml" Target="../ink/ink43.xml"/><Relationship Id="rId4" Type="http://schemas.openxmlformats.org/officeDocument/2006/relationships/customXml" Target="../ink/ink42.xml"/><Relationship Id="rId9" Type="http://schemas.openxmlformats.org/officeDocument/2006/relationships/image" Target="../media/image98.png"/></Relationships>
</file>

<file path=ppt/slides/_rels/slide88.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customXml" Target="../ink/ink52.xml"/><Relationship Id="rId18" Type="http://schemas.openxmlformats.org/officeDocument/2006/relationships/image" Target="../media/image106.png"/><Relationship Id="rId26" Type="http://schemas.openxmlformats.org/officeDocument/2006/relationships/customXml" Target="../ink/ink59.xml"/><Relationship Id="rId3" Type="http://schemas.openxmlformats.org/officeDocument/2006/relationships/customXml" Target="../ink/ink47.xml"/><Relationship Id="rId21" Type="http://schemas.openxmlformats.org/officeDocument/2006/relationships/customXml" Target="../ink/ink56.xml"/><Relationship Id="rId7" Type="http://schemas.openxmlformats.org/officeDocument/2006/relationships/customXml" Target="../ink/ink49.xml"/><Relationship Id="rId12" Type="http://schemas.openxmlformats.org/officeDocument/2006/relationships/image" Target="../media/image103.png"/><Relationship Id="rId17" Type="http://schemas.openxmlformats.org/officeDocument/2006/relationships/customXml" Target="../ink/ink54.xml"/><Relationship Id="rId25" Type="http://schemas.openxmlformats.org/officeDocument/2006/relationships/customXml" Target="../ink/ink58.xml"/><Relationship Id="rId2" Type="http://schemas.openxmlformats.org/officeDocument/2006/relationships/image" Target="../media/image91.png"/><Relationship Id="rId16" Type="http://schemas.openxmlformats.org/officeDocument/2006/relationships/image" Target="../media/image105.png"/><Relationship Id="rId20" Type="http://schemas.openxmlformats.org/officeDocument/2006/relationships/image" Target="../media/image107.png"/><Relationship Id="rId29" Type="http://schemas.openxmlformats.org/officeDocument/2006/relationships/customXml" Target="../ink/ink62.xml"/><Relationship Id="rId1" Type="http://schemas.openxmlformats.org/officeDocument/2006/relationships/slideLayout" Target="../slideLayouts/slideLayout2.xml"/><Relationship Id="rId6" Type="http://schemas.openxmlformats.org/officeDocument/2006/relationships/image" Target="../media/image100.png"/><Relationship Id="rId11" Type="http://schemas.openxmlformats.org/officeDocument/2006/relationships/customXml" Target="../ink/ink51.xml"/><Relationship Id="rId24" Type="http://schemas.openxmlformats.org/officeDocument/2006/relationships/image" Target="../media/image109.png"/><Relationship Id="rId5" Type="http://schemas.openxmlformats.org/officeDocument/2006/relationships/customXml" Target="../ink/ink48.xml"/><Relationship Id="rId15" Type="http://schemas.openxmlformats.org/officeDocument/2006/relationships/customXml" Target="../ink/ink53.xml"/><Relationship Id="rId23" Type="http://schemas.openxmlformats.org/officeDocument/2006/relationships/customXml" Target="../ink/ink57.xml"/><Relationship Id="rId28" Type="http://schemas.openxmlformats.org/officeDocument/2006/relationships/customXml" Target="../ink/ink61.xml"/><Relationship Id="rId10" Type="http://schemas.openxmlformats.org/officeDocument/2006/relationships/image" Target="../media/image102.png"/><Relationship Id="rId19" Type="http://schemas.openxmlformats.org/officeDocument/2006/relationships/customXml" Target="../ink/ink55.xml"/><Relationship Id="rId4" Type="http://schemas.openxmlformats.org/officeDocument/2006/relationships/image" Target="../media/image99.png"/><Relationship Id="rId9" Type="http://schemas.openxmlformats.org/officeDocument/2006/relationships/customXml" Target="../ink/ink50.xml"/><Relationship Id="rId14" Type="http://schemas.openxmlformats.org/officeDocument/2006/relationships/image" Target="../media/image104.png"/><Relationship Id="rId22" Type="http://schemas.openxmlformats.org/officeDocument/2006/relationships/image" Target="../media/image108.png"/><Relationship Id="rId27" Type="http://schemas.openxmlformats.org/officeDocument/2006/relationships/customXml" Target="../ink/ink60.xml"/><Relationship Id="rId30" Type="http://schemas.openxmlformats.org/officeDocument/2006/relationships/customXml" Target="../ink/ink63.xml"/></Relationships>
</file>

<file path=ppt/slides/_rels/slide89.xml.rels><?xml version="1.0" encoding="UTF-8" standalone="yes"?>
<Relationships xmlns="http://schemas.openxmlformats.org/package/2006/relationships"><Relationship Id="rId3" Type="http://schemas.openxmlformats.org/officeDocument/2006/relationships/customXml" Target="../ink/ink64.xml"/><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90.xml.rels><?xml version="1.0" encoding="UTF-8" standalone="yes"?>
<Relationships xmlns="http://schemas.openxmlformats.org/package/2006/relationships"><Relationship Id="rId3" Type="http://schemas.openxmlformats.org/officeDocument/2006/relationships/customXml" Target="../ink/ink65.xml"/><Relationship Id="rId2" Type="http://schemas.openxmlformats.org/officeDocument/2006/relationships/image" Target="../media/image112.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1.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customXml" Target="../ink/ink66.xml"/><Relationship Id="rId7" Type="http://schemas.openxmlformats.org/officeDocument/2006/relationships/customXml" Target="../ink/ink68.xml"/><Relationship Id="rId2" Type="http://schemas.openxmlformats.org/officeDocument/2006/relationships/image" Target="../media/image117.png"/><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customXml" Target="../ink/ink67.xml"/><Relationship Id="rId4" Type="http://schemas.openxmlformats.org/officeDocument/2006/relationships/image" Target="../media/image118.png"/></Relationships>
</file>

<file path=ppt/slides/_rels/slide96.xml.rels><?xml version="1.0" encoding="UTF-8" standalone="yes"?>
<Relationships xmlns="http://schemas.openxmlformats.org/package/2006/relationships"><Relationship Id="rId8" Type="http://schemas.openxmlformats.org/officeDocument/2006/relationships/customXml" Target="../ink/ink73.xml"/><Relationship Id="rId3" Type="http://schemas.openxmlformats.org/officeDocument/2006/relationships/customXml" Target="../ink/ink69.xml"/><Relationship Id="rId7" Type="http://schemas.openxmlformats.org/officeDocument/2006/relationships/customXml" Target="../ink/ink7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71.xml"/><Relationship Id="rId11" Type="http://schemas.openxmlformats.org/officeDocument/2006/relationships/image" Target="../media/image121.png"/><Relationship Id="rId5" Type="http://schemas.openxmlformats.org/officeDocument/2006/relationships/customXml" Target="../ink/ink70.xml"/><Relationship Id="rId10" Type="http://schemas.openxmlformats.org/officeDocument/2006/relationships/image" Target="../media/image120.png"/><Relationship Id="rId4" Type="http://schemas.openxmlformats.org/officeDocument/2006/relationships/image" Target="../media/image17.png"/><Relationship Id="rId9" Type="http://schemas.openxmlformats.org/officeDocument/2006/relationships/customXml" Target="../ink/ink74.xml"/></Relationships>
</file>

<file path=ppt/slides/_rels/slide97.xml.rels><?xml version="1.0" encoding="UTF-8" standalone="yes"?>
<Relationships xmlns="http://schemas.openxmlformats.org/package/2006/relationships"><Relationship Id="rId3" Type="http://schemas.openxmlformats.org/officeDocument/2006/relationships/customXml" Target="../ink/ink76.xml"/><Relationship Id="rId2" Type="http://schemas.openxmlformats.org/officeDocument/2006/relationships/image" Target="../media/image122.png"/><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98.xml.rels><?xml version="1.0" encoding="UTF-8" standalone="yes"?>
<Relationships xmlns="http://schemas.openxmlformats.org/package/2006/relationships"><Relationship Id="rId8" Type="http://schemas.openxmlformats.org/officeDocument/2006/relationships/customXml" Target="../ink/ink80.xml"/><Relationship Id="rId13" Type="http://schemas.openxmlformats.org/officeDocument/2006/relationships/customXml" Target="../ink/ink85.xml"/><Relationship Id="rId18" Type="http://schemas.openxmlformats.org/officeDocument/2006/relationships/customXml" Target="../ink/ink90.xml"/><Relationship Id="rId26" Type="http://schemas.openxmlformats.org/officeDocument/2006/relationships/customXml" Target="../ink/ink98.xml"/><Relationship Id="rId3" Type="http://schemas.openxmlformats.org/officeDocument/2006/relationships/customXml" Target="../ink/ink77.xml"/><Relationship Id="rId21" Type="http://schemas.openxmlformats.org/officeDocument/2006/relationships/customXml" Target="../ink/ink93.xml"/><Relationship Id="rId7" Type="http://schemas.openxmlformats.org/officeDocument/2006/relationships/customXml" Target="../ink/ink79.xml"/><Relationship Id="rId12" Type="http://schemas.openxmlformats.org/officeDocument/2006/relationships/customXml" Target="../ink/ink84.xml"/><Relationship Id="rId17" Type="http://schemas.openxmlformats.org/officeDocument/2006/relationships/customXml" Target="../ink/ink89.xml"/><Relationship Id="rId25" Type="http://schemas.openxmlformats.org/officeDocument/2006/relationships/customXml" Target="../ink/ink97.xml"/><Relationship Id="rId2" Type="http://schemas.openxmlformats.org/officeDocument/2006/relationships/image" Target="../media/image124.png"/><Relationship Id="rId16" Type="http://schemas.openxmlformats.org/officeDocument/2006/relationships/customXml" Target="../ink/ink88.xml"/><Relationship Id="rId20" Type="http://schemas.openxmlformats.org/officeDocument/2006/relationships/customXml" Target="../ink/ink92.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customXml" Target="../ink/ink83.xml"/><Relationship Id="rId24" Type="http://schemas.openxmlformats.org/officeDocument/2006/relationships/customXml" Target="../ink/ink96.xml"/><Relationship Id="rId5" Type="http://schemas.openxmlformats.org/officeDocument/2006/relationships/customXml" Target="../ink/ink78.xml"/><Relationship Id="rId15" Type="http://schemas.openxmlformats.org/officeDocument/2006/relationships/customXml" Target="../ink/ink87.xml"/><Relationship Id="rId23" Type="http://schemas.openxmlformats.org/officeDocument/2006/relationships/customXml" Target="../ink/ink95.xml"/><Relationship Id="rId10" Type="http://schemas.openxmlformats.org/officeDocument/2006/relationships/customXml" Target="../ink/ink82.xml"/><Relationship Id="rId19" Type="http://schemas.openxmlformats.org/officeDocument/2006/relationships/customXml" Target="../ink/ink91.xml"/><Relationship Id="rId4" Type="http://schemas.openxmlformats.org/officeDocument/2006/relationships/image" Target="../media/image125.png"/><Relationship Id="rId9" Type="http://schemas.openxmlformats.org/officeDocument/2006/relationships/customXml" Target="../ink/ink81.xml"/><Relationship Id="rId14" Type="http://schemas.openxmlformats.org/officeDocument/2006/relationships/customXml" Target="../ink/ink86.xml"/><Relationship Id="rId22" Type="http://schemas.openxmlformats.org/officeDocument/2006/relationships/customXml" Target="../ink/ink94.xml"/></Relationships>
</file>

<file path=ppt/slides/_rels/slide99.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D74D28-F799-2608-803A-F0757F33D316}"/>
              </a:ext>
            </a:extLst>
          </p:cNvPr>
          <p:cNvSpPr>
            <a:spLocks noGrp="1"/>
          </p:cNvSpPr>
          <p:nvPr>
            <p:ph type="ctrTitle"/>
          </p:nvPr>
        </p:nvSpPr>
        <p:spPr>
          <a:xfrm>
            <a:off x="1143000" y="260560"/>
            <a:ext cx="6858000" cy="866437"/>
          </a:xfrm>
        </p:spPr>
        <p:txBody>
          <a:bodyPr>
            <a:normAutofit/>
          </a:bodyPr>
          <a:lstStyle/>
          <a:p>
            <a:r>
              <a:rPr lang="en-IN" sz="4400" dirty="0"/>
              <a:t>Content</a:t>
            </a:r>
            <a:endParaRPr lang="en-US" sz="4400" dirty="0"/>
          </a:p>
        </p:txBody>
      </p:sp>
      <p:sp>
        <p:nvSpPr>
          <p:cNvPr id="3" name="Subtitle 2">
            <a:extLst>
              <a:ext uri="{FF2B5EF4-FFF2-40B4-BE49-F238E27FC236}">
                <a16:creationId xmlns="" xmlns:a16="http://schemas.microsoft.com/office/drawing/2014/main" id="{6FEC8124-C033-1E99-0E31-6BC7FD718240}"/>
              </a:ext>
            </a:extLst>
          </p:cNvPr>
          <p:cNvSpPr>
            <a:spLocks noGrp="1"/>
          </p:cNvSpPr>
          <p:nvPr>
            <p:ph type="subTitle" idx="1"/>
          </p:nvPr>
        </p:nvSpPr>
        <p:spPr>
          <a:xfrm>
            <a:off x="827480" y="1412720"/>
            <a:ext cx="7633060" cy="4967910"/>
          </a:xfrm>
        </p:spPr>
        <p:txBody>
          <a:bodyPr>
            <a:normAutofit/>
          </a:bodyPr>
          <a:lstStyle/>
          <a:p>
            <a:pPr marL="342900" marR="0" lvl="0" indent="-342900" algn="l">
              <a:lnSpc>
                <a:spcPct val="115000"/>
              </a:lnSpc>
              <a:spcBef>
                <a:spcPts val="0"/>
              </a:spcBef>
              <a:spcAft>
                <a:spcPts val="0"/>
              </a:spcAft>
              <a:buFont typeface="+mj-lt"/>
              <a:buAutoNum type="alphaLcParenR"/>
            </a:pPr>
            <a:r>
              <a:rPr lang="en-IN" sz="2400" u="none" strike="noStrike" dirty="0">
                <a:effectLst/>
                <a:ea typeface="Times New Roman" panose="02020603050405020304" pitchFamily="18" charset="0"/>
              </a:rPr>
              <a:t>Docker Installation </a:t>
            </a:r>
            <a:endParaRPr lang="en-US" sz="2400" u="none" strike="noStrike" dirty="0">
              <a:effectLst/>
              <a:ea typeface="Times New Roman" panose="02020603050405020304" pitchFamily="18" charset="0"/>
            </a:endParaRPr>
          </a:p>
          <a:p>
            <a:pPr marL="342900" marR="0" lvl="0" indent="-342900" algn="l">
              <a:lnSpc>
                <a:spcPct val="115000"/>
              </a:lnSpc>
              <a:spcBef>
                <a:spcPts val="0"/>
              </a:spcBef>
              <a:spcAft>
                <a:spcPts val="0"/>
              </a:spcAft>
              <a:buFont typeface="+mj-lt"/>
              <a:buAutoNum type="alphaLcParenR"/>
            </a:pPr>
            <a:r>
              <a:rPr lang="en-IN" sz="2400" u="none" strike="noStrike" dirty="0">
                <a:effectLst/>
                <a:ea typeface="Times New Roman" panose="02020603050405020304" pitchFamily="18" charset="0"/>
              </a:rPr>
              <a:t>Docker CLI Commands</a:t>
            </a:r>
            <a:endParaRPr lang="en-US" sz="2400" u="none" strike="noStrike" dirty="0">
              <a:effectLst/>
              <a:ea typeface="Times New Roman" panose="02020603050405020304" pitchFamily="18" charset="0"/>
            </a:endParaRPr>
          </a:p>
          <a:p>
            <a:pPr marL="342900" marR="0" lvl="0" indent="-342900" algn="l">
              <a:lnSpc>
                <a:spcPct val="115000"/>
              </a:lnSpc>
              <a:spcBef>
                <a:spcPts val="0"/>
              </a:spcBef>
              <a:spcAft>
                <a:spcPts val="0"/>
              </a:spcAft>
              <a:buFont typeface="+mj-lt"/>
              <a:buAutoNum type="alphaLcParenR"/>
            </a:pPr>
            <a:r>
              <a:rPr lang="en-IN" sz="2400" u="none" strike="noStrike" dirty="0">
                <a:effectLst/>
                <a:ea typeface="Times New Roman" panose="02020603050405020304" pitchFamily="18" charset="0"/>
              </a:rPr>
              <a:t>Pull image from docker hub repository and run the image as a container using run command and docker-compose. Pull and run/execute tomcat docker image from docker hub </a:t>
            </a:r>
            <a:r>
              <a:rPr lang="en-IN" sz="2400" u="none" strike="noStrike" dirty="0" smtClean="0">
                <a:effectLst/>
                <a:ea typeface="Times New Roman" panose="02020603050405020304" pitchFamily="18" charset="0"/>
              </a:rPr>
              <a:t>repository.</a:t>
            </a:r>
            <a:endParaRPr lang="en-IN" sz="2400" u="none" strike="noStrike" dirty="0">
              <a:effectLst/>
              <a:ea typeface="Times New Roman" panose="02020603050405020304" pitchFamily="18" charset="0"/>
            </a:endParaRPr>
          </a:p>
          <a:p>
            <a:pPr marL="342900" marR="0" lvl="0" indent="-342900">
              <a:lnSpc>
                <a:spcPct val="115000"/>
              </a:lnSpc>
              <a:spcBef>
                <a:spcPts val="1200"/>
              </a:spcBef>
              <a:spcAft>
                <a:spcPts val="0"/>
              </a:spcAft>
              <a:buFont typeface="+mj-lt"/>
              <a:buAutoNum type="alphaLcParenR"/>
            </a:pPr>
            <a:r>
              <a:rPr lang="en-IN" sz="2400" u="none" strike="noStrike" dirty="0">
                <a:effectLst/>
                <a:ea typeface="Times New Roman" panose="02020603050405020304" pitchFamily="18" charset="0"/>
              </a:rPr>
              <a:t>Create docker Image using docker file. Publishing it into the docker repository</a:t>
            </a:r>
            <a:endParaRPr lang="en-US" sz="2400" dirty="0">
              <a:ea typeface="Times New Roman" panose="02020603050405020304" pitchFamily="18" charset="0"/>
            </a:endParaRPr>
          </a:p>
          <a:p>
            <a:pPr marL="342900" marR="0" lvl="0" indent="-342900">
              <a:lnSpc>
                <a:spcPct val="115000"/>
              </a:lnSpc>
              <a:spcBef>
                <a:spcPts val="1200"/>
              </a:spcBef>
              <a:spcAft>
                <a:spcPts val="0"/>
              </a:spcAft>
              <a:buFont typeface="+mj-lt"/>
              <a:buAutoNum type="alphaLcParenR"/>
            </a:pPr>
            <a:r>
              <a:rPr lang="en-IN" sz="2400" dirty="0">
                <a:effectLst/>
                <a:ea typeface="Times New Roman" panose="02020603050405020304" pitchFamily="18" charset="0"/>
              </a:rPr>
              <a:t>Pulling that image, running that image, executing in interactive mode</a:t>
            </a:r>
            <a:endParaRPr lang="en-US" sz="2400" u="none" strike="noStrike" dirty="0">
              <a:effectLst/>
              <a:ea typeface="Times New Roman" panose="02020603050405020304" pitchFamily="18" charset="0"/>
            </a:endParaRPr>
          </a:p>
          <a:p>
            <a:pPr algn="just"/>
            <a:endParaRPr lang="en-US" dirty="0"/>
          </a:p>
        </p:txBody>
      </p:sp>
    </p:spTree>
    <p:extLst>
      <p:ext uri="{BB962C8B-B14F-4D97-AF65-F5344CB8AC3E}">
        <p14:creationId xmlns="" xmlns:p14="http://schemas.microsoft.com/office/powerpoint/2010/main" val="6310926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59553"/>
          </a:xfrm>
        </p:spPr>
        <p:txBody>
          <a:bodyPr/>
          <a:lstStyle/>
          <a:p>
            <a:pPr algn="ctr"/>
            <a:r>
              <a:rPr lang="en-IN" dirty="0" err="1" smtClean="0"/>
              <a:t>Docker</a:t>
            </a:r>
            <a:endParaRPr lang="en-IN" dirty="0"/>
          </a:p>
        </p:txBody>
      </p:sp>
      <p:sp>
        <p:nvSpPr>
          <p:cNvPr id="3" name="Content Placeholder 2"/>
          <p:cNvSpPr>
            <a:spLocks noGrp="1"/>
          </p:cNvSpPr>
          <p:nvPr>
            <p:ph idx="1"/>
          </p:nvPr>
        </p:nvSpPr>
        <p:spPr>
          <a:xfrm>
            <a:off x="628650" y="1340710"/>
            <a:ext cx="7886700" cy="4836253"/>
          </a:xfrm>
        </p:spPr>
        <p:txBody>
          <a:bodyPr>
            <a:noAutofit/>
          </a:bodyPr>
          <a:lstStyle/>
          <a:p>
            <a:pPr algn="just"/>
            <a:r>
              <a:rPr lang="en-IN" sz="2800" dirty="0" err="1" smtClean="0"/>
              <a:t>Docker</a:t>
            </a:r>
            <a:r>
              <a:rPr lang="en-IN" sz="2800" dirty="0" smtClean="0"/>
              <a:t> is an open platform for developing, shipping, and running applications. </a:t>
            </a:r>
          </a:p>
          <a:p>
            <a:pPr algn="just"/>
            <a:r>
              <a:rPr lang="en-IN" sz="2800" dirty="0" err="1" smtClean="0"/>
              <a:t>Docker</a:t>
            </a:r>
            <a:r>
              <a:rPr lang="en-IN" sz="2800" dirty="0" smtClean="0"/>
              <a:t> enables you to separate your applications from your infrastructure so you can deliver software quickly. </a:t>
            </a:r>
          </a:p>
          <a:p>
            <a:pPr algn="just"/>
            <a:r>
              <a:rPr lang="en-IN" sz="2800" strike="sngStrike" dirty="0" smtClean="0"/>
              <a:t>With </a:t>
            </a:r>
            <a:r>
              <a:rPr lang="en-IN" sz="2800" strike="sngStrike" dirty="0" err="1" smtClean="0"/>
              <a:t>Docker</a:t>
            </a:r>
            <a:r>
              <a:rPr lang="en-IN" sz="2800" strike="sngStrike" dirty="0" smtClean="0"/>
              <a:t>, you can manage your infrastructure in the same ways you manage your applications. </a:t>
            </a:r>
          </a:p>
          <a:p>
            <a:pPr algn="just"/>
            <a:r>
              <a:rPr lang="en-IN" sz="2800" strike="sngStrike" dirty="0" smtClean="0"/>
              <a:t>By taking advantage of </a:t>
            </a:r>
            <a:r>
              <a:rPr lang="en-IN" sz="2800" strike="sngStrike" dirty="0" err="1" smtClean="0"/>
              <a:t>Docker's</a:t>
            </a:r>
            <a:r>
              <a:rPr lang="en-IN" sz="2800" strike="sngStrike" dirty="0" smtClean="0"/>
              <a:t> methodologies for shipping, testing, and deploying code, you can significantly reduce the delay between writing code and running it in production.</a:t>
            </a:r>
            <a:endParaRPr lang="en-IN" sz="2800" strike="sngStrike"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ED03AC-DAF9-C89F-E1BE-ACCF6A291AFD}"/>
              </a:ext>
            </a:extLst>
          </p:cNvPr>
          <p:cNvSpPr>
            <a:spLocks noGrp="1"/>
          </p:cNvSpPr>
          <p:nvPr>
            <p:ph type="title"/>
          </p:nvPr>
        </p:nvSpPr>
        <p:spPr>
          <a:xfrm>
            <a:off x="628650" y="365126"/>
            <a:ext cx="7886700" cy="1119603"/>
          </a:xfrm>
        </p:spPr>
        <p:txBody>
          <a:bodyPr>
            <a:normAutofit/>
          </a:bodyPr>
          <a:lstStyle/>
          <a:p>
            <a:pPr algn="ctr"/>
            <a:r>
              <a:rPr lang="en-IN" sz="4400" dirty="0"/>
              <a:t>Need of Docker</a:t>
            </a:r>
            <a:endParaRPr lang="en-US" sz="4400" dirty="0"/>
          </a:p>
        </p:txBody>
      </p:sp>
      <p:sp>
        <p:nvSpPr>
          <p:cNvPr id="3" name="Content Placeholder 2">
            <a:extLst>
              <a:ext uri="{FF2B5EF4-FFF2-40B4-BE49-F238E27FC236}">
                <a16:creationId xmlns="" xmlns:a16="http://schemas.microsoft.com/office/drawing/2014/main" id="{C076307B-BACF-9B6A-84EA-285913DBE85E}"/>
              </a:ext>
            </a:extLst>
          </p:cNvPr>
          <p:cNvSpPr>
            <a:spLocks noGrp="1"/>
          </p:cNvSpPr>
          <p:nvPr>
            <p:ph idx="1"/>
          </p:nvPr>
        </p:nvSpPr>
        <p:spPr>
          <a:xfrm>
            <a:off x="323410" y="1600413"/>
            <a:ext cx="8216542" cy="5256730"/>
          </a:xfrm>
        </p:spPr>
        <p:txBody>
          <a:bodyPr>
            <a:normAutofit fontScale="62500" lnSpcReduction="20000"/>
          </a:bodyPr>
          <a:lstStyle/>
          <a:p>
            <a:pPr algn="just" eaLnBrk="1" hangingPunct="1">
              <a:spcBef>
                <a:spcPts val="600"/>
              </a:spcBef>
              <a:spcAft>
                <a:spcPts val="600"/>
              </a:spcAft>
            </a:pPr>
            <a:r>
              <a:rPr lang="en-US" altLang="en-US" sz="3800" dirty="0">
                <a:cs typeface="Times New Roman" panose="02020603050405020304" pitchFamily="18" charset="0"/>
              </a:rPr>
              <a:t>Before docker has introduced developers and testers experienced difficulty due to the different computer environments.  i.e. the code on one system doesn’t work on another system.</a:t>
            </a:r>
          </a:p>
          <a:p>
            <a:pPr algn="just" eaLnBrk="1" hangingPunct="1">
              <a:spcBef>
                <a:spcPts val="600"/>
              </a:spcBef>
              <a:spcAft>
                <a:spcPts val="600"/>
              </a:spcAft>
            </a:pPr>
            <a:r>
              <a:rPr lang="en-US" altLang="en-US" sz="3800" dirty="0">
                <a:cs typeface="Times New Roman" panose="02020603050405020304" pitchFamily="18" charset="0"/>
              </a:rPr>
              <a:t>The solution was </a:t>
            </a:r>
            <a:r>
              <a:rPr lang="en-US" altLang="en-US" sz="3800" b="1" dirty="0">
                <a:cs typeface="Times New Roman" panose="02020603050405020304" pitchFamily="18" charset="0"/>
              </a:rPr>
              <a:t>Virtual Machine.</a:t>
            </a:r>
          </a:p>
          <a:p>
            <a:pPr algn="just" eaLnBrk="1" hangingPunct="1">
              <a:spcBef>
                <a:spcPts val="600"/>
              </a:spcBef>
              <a:spcAft>
                <a:spcPts val="600"/>
              </a:spcAft>
            </a:pPr>
            <a:r>
              <a:rPr lang="en-US" altLang="en-US" sz="3800" b="1" dirty="0">
                <a:cs typeface="Times New Roman" panose="02020603050405020304" pitchFamily="18" charset="0"/>
              </a:rPr>
              <a:t>Docker </a:t>
            </a:r>
            <a:r>
              <a:rPr lang="en-US" altLang="en-US" sz="3800" dirty="0">
                <a:cs typeface="Times New Roman" panose="02020603050405020304" pitchFamily="18" charset="0"/>
              </a:rPr>
              <a:t>was introduced as an alternate solution.</a:t>
            </a:r>
          </a:p>
          <a:p>
            <a:pPr algn="just" eaLnBrk="1" hangingPunct="1">
              <a:spcBef>
                <a:spcPts val="600"/>
              </a:spcBef>
              <a:spcAft>
                <a:spcPts val="600"/>
              </a:spcAft>
            </a:pPr>
            <a:r>
              <a:rPr lang="en-US" altLang="en-US" sz="3800" dirty="0">
                <a:cs typeface="Times New Roman" panose="02020603050405020304" pitchFamily="18" charset="0"/>
              </a:rPr>
              <a:t>Docker is an open platform for developing, shipping, and running applications. </a:t>
            </a:r>
          </a:p>
          <a:p>
            <a:pPr algn="just" eaLnBrk="1" hangingPunct="1">
              <a:spcBef>
                <a:spcPts val="600"/>
              </a:spcBef>
              <a:spcAft>
                <a:spcPts val="600"/>
              </a:spcAft>
            </a:pPr>
            <a:r>
              <a:rPr lang="en-US" altLang="en-US" sz="3800" dirty="0">
                <a:cs typeface="Times New Roman" panose="02020603050405020304" pitchFamily="18" charset="0"/>
              </a:rPr>
              <a:t>Docker provides the ability to package and run an application in a loosely isolated environment called a </a:t>
            </a:r>
            <a:r>
              <a:rPr lang="en-US" altLang="en-US" sz="3800" b="1" dirty="0">
                <a:cs typeface="Times New Roman" panose="02020603050405020304" pitchFamily="18" charset="0"/>
              </a:rPr>
              <a:t>Container</a:t>
            </a:r>
            <a:r>
              <a:rPr lang="en-US" altLang="en-US" sz="3800" dirty="0">
                <a:cs typeface="Times New Roman" panose="02020603050405020304" pitchFamily="18" charset="0"/>
              </a:rPr>
              <a:t>. </a:t>
            </a:r>
          </a:p>
          <a:p>
            <a:pPr algn="just" eaLnBrk="1" hangingPunct="1">
              <a:spcBef>
                <a:spcPts val="600"/>
              </a:spcBef>
              <a:spcAft>
                <a:spcPts val="600"/>
              </a:spcAft>
            </a:pPr>
            <a:r>
              <a:rPr lang="en-US" altLang="en-US" sz="3800" dirty="0">
                <a:cs typeface="Times New Roman" panose="02020603050405020304" pitchFamily="18" charset="0"/>
              </a:rPr>
              <a:t>Many containers can run simultaneously on a given host.</a:t>
            </a:r>
          </a:p>
          <a:p>
            <a:pPr algn="just" eaLnBrk="1" hangingPunct="1">
              <a:spcBef>
                <a:spcPts val="600"/>
              </a:spcBef>
              <a:spcAft>
                <a:spcPts val="600"/>
              </a:spcAft>
            </a:pPr>
            <a:r>
              <a:rPr lang="en-US" altLang="en-US" sz="3800" dirty="0">
                <a:cs typeface="Times New Roman" panose="02020603050405020304" pitchFamily="18" charset="0"/>
              </a:rPr>
              <a:t>Container contains everything needed to run the application, so you do not need to rely on what is currently installed on the host.</a:t>
            </a:r>
            <a:endParaRPr lang="en-US" altLang="en-US" sz="3800" b="1" dirty="0">
              <a:cs typeface="Times New Roman" panose="02020603050405020304" pitchFamily="18" charset="0"/>
            </a:endParaRPr>
          </a:p>
          <a:p>
            <a:pPr marL="0" indent="0">
              <a:buNone/>
            </a:pPr>
            <a:endParaRPr lang="en-US" dirty="0"/>
          </a:p>
        </p:txBody>
      </p:sp>
    </p:spTree>
    <p:extLst>
      <p:ext uri="{BB962C8B-B14F-4D97-AF65-F5344CB8AC3E}">
        <p14:creationId xmlns="" xmlns:p14="http://schemas.microsoft.com/office/powerpoint/2010/main" val="40617829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201385-D271-E6F3-3847-84ED16C8BF2C}"/>
              </a:ext>
            </a:extLst>
          </p:cNvPr>
          <p:cNvSpPr>
            <a:spLocks noGrp="1"/>
          </p:cNvSpPr>
          <p:nvPr>
            <p:ph type="title"/>
          </p:nvPr>
        </p:nvSpPr>
        <p:spPr>
          <a:xfrm>
            <a:off x="628650" y="365127"/>
            <a:ext cx="7886700" cy="1119604"/>
          </a:xfrm>
        </p:spPr>
        <p:txBody>
          <a:bodyPr/>
          <a:lstStyle/>
          <a:p>
            <a:pPr algn="ctr"/>
            <a:r>
              <a:rPr lang="en-IN" dirty="0"/>
              <a:t>Difference Between Docker and VM</a:t>
            </a:r>
            <a:endParaRPr lang="en-US" dirty="0"/>
          </a:p>
        </p:txBody>
      </p:sp>
      <p:sp>
        <p:nvSpPr>
          <p:cNvPr id="3" name="Content Placeholder 2">
            <a:extLst>
              <a:ext uri="{FF2B5EF4-FFF2-40B4-BE49-F238E27FC236}">
                <a16:creationId xmlns="" xmlns:a16="http://schemas.microsoft.com/office/drawing/2014/main" id="{AEFC8752-1A67-D6AF-983C-271E6E40985A}"/>
              </a:ext>
            </a:extLst>
          </p:cNvPr>
          <p:cNvSpPr>
            <a:spLocks noGrp="1"/>
          </p:cNvSpPr>
          <p:nvPr>
            <p:ph idx="1"/>
          </p:nvPr>
        </p:nvSpPr>
        <p:spPr>
          <a:xfrm>
            <a:off x="628650" y="1628751"/>
            <a:ext cx="7886700" cy="4548212"/>
          </a:xfrm>
        </p:spPr>
        <p:txBody>
          <a:bodyPr/>
          <a:lstStyle/>
          <a:p>
            <a:endParaRPr lang="en-US" dirty="0"/>
          </a:p>
        </p:txBody>
      </p:sp>
      <p:pic>
        <p:nvPicPr>
          <p:cNvPr id="5" name="Picture 4">
            <a:extLst>
              <a:ext uri="{FF2B5EF4-FFF2-40B4-BE49-F238E27FC236}">
                <a16:creationId xmlns="" xmlns:a16="http://schemas.microsoft.com/office/drawing/2014/main" id="{C520A687-C736-03D8-2D34-874D8688467B}"/>
              </a:ext>
            </a:extLst>
          </p:cNvPr>
          <p:cNvPicPr>
            <a:picLocks noChangeAspect="1"/>
          </p:cNvPicPr>
          <p:nvPr/>
        </p:nvPicPr>
        <p:blipFill>
          <a:blip r:embed="rId2" cstate="print"/>
          <a:stretch>
            <a:fillRect/>
          </a:stretch>
        </p:blipFill>
        <p:spPr>
          <a:xfrm>
            <a:off x="628651" y="1628751"/>
            <a:ext cx="7886699" cy="4864122"/>
          </a:xfrm>
          <a:prstGeom prst="rect">
            <a:avLst/>
          </a:prstGeom>
        </p:spPr>
      </p:pic>
    </p:spTree>
    <p:extLst>
      <p:ext uri="{BB962C8B-B14F-4D97-AF65-F5344CB8AC3E}">
        <p14:creationId xmlns="" xmlns:p14="http://schemas.microsoft.com/office/powerpoint/2010/main" val="18396888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B468E0-92F6-B5A3-7488-6524BAF10837}"/>
              </a:ext>
            </a:extLst>
          </p:cNvPr>
          <p:cNvSpPr>
            <a:spLocks noGrp="1"/>
          </p:cNvSpPr>
          <p:nvPr>
            <p:ph type="ctrTitle"/>
          </p:nvPr>
        </p:nvSpPr>
        <p:spPr>
          <a:xfrm>
            <a:off x="652092" y="275540"/>
            <a:ext cx="7772400" cy="921150"/>
          </a:xfrm>
        </p:spPr>
        <p:txBody>
          <a:bodyPr>
            <a:normAutofit/>
          </a:bodyPr>
          <a:lstStyle/>
          <a:p>
            <a:r>
              <a:rPr lang="en-IN" sz="3600" dirty="0"/>
              <a:t>What is Docker</a:t>
            </a:r>
            <a:endParaRPr lang="en-US" sz="3600" dirty="0"/>
          </a:p>
        </p:txBody>
      </p:sp>
      <p:sp>
        <p:nvSpPr>
          <p:cNvPr id="3" name="Subtitle 2">
            <a:extLst>
              <a:ext uri="{FF2B5EF4-FFF2-40B4-BE49-F238E27FC236}">
                <a16:creationId xmlns="" xmlns:a16="http://schemas.microsoft.com/office/drawing/2014/main" id="{1D81A704-EBAF-BA2E-1823-087AE9CFB408}"/>
              </a:ext>
            </a:extLst>
          </p:cNvPr>
          <p:cNvSpPr>
            <a:spLocks noGrp="1"/>
          </p:cNvSpPr>
          <p:nvPr>
            <p:ph type="subTitle" idx="1"/>
          </p:nvPr>
        </p:nvSpPr>
        <p:spPr>
          <a:xfrm>
            <a:off x="683460" y="1628750"/>
            <a:ext cx="8137130" cy="4968690"/>
          </a:xfrm>
        </p:spPr>
        <p:txBody>
          <a:bodyPr>
            <a:normAutofit/>
          </a:bodyPr>
          <a:lstStyle/>
          <a:p>
            <a:pPr marL="457200" indent="-457200" algn="l">
              <a:buFont typeface="Wingdings" panose="05000000000000000000" pitchFamily="2" charset="2"/>
              <a:buChar char="§"/>
            </a:pPr>
            <a:r>
              <a:rPr lang="en-IN" sz="2400" dirty="0">
                <a:solidFill>
                  <a:schemeClr val="tx1"/>
                </a:solidFill>
                <a:latin typeface="Times New Roman" panose="02020603050405020304" pitchFamily="18" charset="0"/>
                <a:cs typeface="Times New Roman" panose="02020603050405020304" pitchFamily="18" charset="0"/>
              </a:rPr>
              <a:t>Docker includes Docker client, Docker server, Docker hub, etc.</a:t>
            </a:r>
          </a:p>
          <a:p>
            <a:pPr marL="457200" indent="-457200" algn="l">
              <a:buFont typeface="Wingdings" panose="05000000000000000000" pitchFamily="2" charset="2"/>
              <a:buChar char="§"/>
            </a:pPr>
            <a:r>
              <a:rPr lang="en-IN" sz="2400" dirty="0">
                <a:solidFill>
                  <a:schemeClr val="tx1"/>
                </a:solidFill>
                <a:latin typeface="Times New Roman" panose="02020603050405020304" pitchFamily="18" charset="0"/>
                <a:cs typeface="Times New Roman" panose="02020603050405020304" pitchFamily="18" charset="0"/>
              </a:rPr>
              <a:t>Docker client is like CLI. It is a tool we issue commands to reach out to the Docker daemon.</a:t>
            </a:r>
          </a:p>
          <a:p>
            <a:pPr marL="457200" indent="-457200" algn="l">
              <a:buFont typeface="Wingdings" panose="05000000000000000000" pitchFamily="2" charset="2"/>
              <a:buChar char="§"/>
            </a:pPr>
            <a:r>
              <a:rPr lang="en-IN" sz="2400" dirty="0">
                <a:solidFill>
                  <a:schemeClr val="tx1"/>
                </a:solidFill>
                <a:latin typeface="Times New Roman" panose="02020603050405020304" pitchFamily="18" charset="0"/>
                <a:cs typeface="Times New Roman" panose="02020603050405020304" pitchFamily="18" charset="0"/>
              </a:rPr>
              <a:t>Docker daemon is a service that runs on your host operating system.</a:t>
            </a:r>
          </a:p>
          <a:p>
            <a:pPr marL="457200" indent="-457200" algn="l">
              <a:buFont typeface="Wingdings" panose="05000000000000000000" pitchFamily="2" charset="2"/>
              <a:buChar char="§"/>
            </a:pPr>
            <a:r>
              <a:rPr lang="en-IN" sz="2400" dirty="0">
                <a:solidFill>
                  <a:schemeClr val="tx1"/>
                </a:solidFill>
                <a:latin typeface="Times New Roman" panose="02020603050405020304" pitchFamily="18" charset="0"/>
                <a:cs typeface="Times New Roman" panose="02020603050405020304" pitchFamily="18" charset="0"/>
              </a:rPr>
              <a:t>Docker daemon convert image to the container, run, stop the container</a:t>
            </a:r>
          </a:p>
          <a:p>
            <a:pPr marL="457200" indent="-457200" algn="l">
              <a:buFont typeface="Wingdings" panose="05000000000000000000" pitchFamily="2" charset="2"/>
              <a:buChar char="§"/>
            </a:pPr>
            <a:r>
              <a:rPr lang="en-IN" sz="2400" dirty="0">
                <a:solidFill>
                  <a:schemeClr val="tx1"/>
                </a:solidFill>
                <a:latin typeface="Times New Roman" panose="02020603050405020304" pitchFamily="18" charset="0"/>
                <a:cs typeface="Times New Roman" panose="02020603050405020304" pitchFamily="18" charset="0"/>
              </a:rPr>
              <a:t>Image is a file containing information (related to required resources)</a:t>
            </a:r>
          </a:p>
          <a:p>
            <a:pPr marL="457200" indent="-457200" algn="l">
              <a:buFont typeface="Wingdings" panose="05000000000000000000" pitchFamily="2" charset="2"/>
              <a:buChar char="§"/>
            </a:pPr>
            <a:r>
              <a:rPr lang="en-IN" sz="2400" dirty="0">
                <a:solidFill>
                  <a:schemeClr val="tx1"/>
                </a:solidFill>
                <a:latin typeface="Times New Roman" panose="02020603050405020304" pitchFamily="18" charset="0"/>
                <a:cs typeface="Times New Roman" panose="02020603050405020304" pitchFamily="18" charset="0"/>
              </a:rPr>
              <a:t>Container holds all resources to run the image. It occupies a small part of the CPU, RAM, HD.</a:t>
            </a:r>
          </a:p>
          <a:p>
            <a:pPr marL="457200" indent="-457200" algn="l">
              <a:buFont typeface="Wingdings" panose="05000000000000000000" pitchFamily="2" charset="2"/>
              <a:buChar char="§"/>
            </a:pPr>
            <a:endParaRPr lang="en-IN" dirty="0"/>
          </a:p>
          <a:p>
            <a:endParaRPr lang="en-US" dirty="0"/>
          </a:p>
        </p:txBody>
      </p:sp>
    </p:spTree>
    <p:extLst>
      <p:ext uri="{BB962C8B-B14F-4D97-AF65-F5344CB8AC3E}">
        <p14:creationId xmlns="" xmlns:p14="http://schemas.microsoft.com/office/powerpoint/2010/main" val="13871157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D379DF-2B9D-380C-865C-6E0644CA1952}"/>
              </a:ext>
            </a:extLst>
          </p:cNvPr>
          <p:cNvSpPr>
            <a:spLocks noGrp="1"/>
          </p:cNvSpPr>
          <p:nvPr>
            <p:ph type="title"/>
          </p:nvPr>
        </p:nvSpPr>
        <p:spPr/>
        <p:txBody>
          <a:bodyPr>
            <a:normAutofit/>
          </a:bodyPr>
          <a:lstStyle/>
          <a:p>
            <a:pPr algn="ctr"/>
            <a:r>
              <a:rPr lang="en-IN" sz="4400" dirty="0"/>
              <a:t>Container</a:t>
            </a:r>
            <a:endParaRPr lang="en-US" sz="4400" dirty="0"/>
          </a:p>
        </p:txBody>
      </p:sp>
      <p:pic>
        <p:nvPicPr>
          <p:cNvPr id="5" name="Content Placeholder 4">
            <a:extLst>
              <a:ext uri="{FF2B5EF4-FFF2-40B4-BE49-F238E27FC236}">
                <a16:creationId xmlns="" xmlns:a16="http://schemas.microsoft.com/office/drawing/2014/main" id="{89B0FCB2-2D19-919C-9F8F-DC8F8435B880}"/>
              </a:ext>
            </a:extLst>
          </p:cNvPr>
          <p:cNvPicPr>
            <a:picLocks noGrp="1" noChangeAspect="1"/>
          </p:cNvPicPr>
          <p:nvPr>
            <p:ph idx="1"/>
          </p:nvPr>
        </p:nvPicPr>
        <p:blipFill>
          <a:blip r:embed="rId2" cstate="print"/>
          <a:stretch>
            <a:fillRect/>
          </a:stretch>
        </p:blipFill>
        <p:spPr>
          <a:xfrm>
            <a:off x="683460" y="1690689"/>
            <a:ext cx="7831890" cy="4474691"/>
          </a:xfrm>
        </p:spPr>
      </p:pic>
    </p:spTree>
    <p:extLst>
      <p:ext uri="{BB962C8B-B14F-4D97-AF65-F5344CB8AC3E}">
        <p14:creationId xmlns="" xmlns:p14="http://schemas.microsoft.com/office/powerpoint/2010/main" val="21500904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1811D7-891B-FAB5-0F7A-EB5C9498766E}"/>
              </a:ext>
            </a:extLst>
          </p:cNvPr>
          <p:cNvSpPr>
            <a:spLocks noGrp="1"/>
          </p:cNvSpPr>
          <p:nvPr>
            <p:ph type="title"/>
          </p:nvPr>
        </p:nvSpPr>
        <p:spPr/>
        <p:txBody>
          <a:bodyPr/>
          <a:lstStyle/>
          <a:p>
            <a:r>
              <a:rPr lang="en-IN" dirty="0"/>
              <a:t>Where do container live</a:t>
            </a:r>
            <a:endParaRPr lang="en-US" dirty="0"/>
          </a:p>
        </p:txBody>
      </p:sp>
      <p:pic>
        <p:nvPicPr>
          <p:cNvPr id="5" name="Content Placeholder 4">
            <a:extLst>
              <a:ext uri="{FF2B5EF4-FFF2-40B4-BE49-F238E27FC236}">
                <a16:creationId xmlns="" xmlns:a16="http://schemas.microsoft.com/office/drawing/2014/main" id="{A527A4EE-0583-C3E9-6B67-82539D0F8122}"/>
              </a:ext>
            </a:extLst>
          </p:cNvPr>
          <p:cNvPicPr>
            <a:picLocks noGrp="1" noChangeAspect="1"/>
          </p:cNvPicPr>
          <p:nvPr>
            <p:ph idx="1"/>
          </p:nvPr>
        </p:nvPicPr>
        <p:blipFill>
          <a:blip r:embed="rId2" cstate="print"/>
          <a:stretch>
            <a:fillRect/>
          </a:stretch>
        </p:blipFill>
        <p:spPr>
          <a:xfrm>
            <a:off x="467430" y="1690689"/>
            <a:ext cx="8264342" cy="4690721"/>
          </a:xfrm>
        </p:spPr>
      </p:pic>
    </p:spTree>
    <p:extLst>
      <p:ext uri="{BB962C8B-B14F-4D97-AF65-F5344CB8AC3E}">
        <p14:creationId xmlns="" xmlns:p14="http://schemas.microsoft.com/office/powerpoint/2010/main" val="25330238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2007FC1-F9F5-7905-06DA-D04C0958D1D2}"/>
              </a:ext>
            </a:extLst>
          </p:cNvPr>
          <p:cNvSpPr>
            <a:spLocks noGrp="1"/>
          </p:cNvSpPr>
          <p:nvPr>
            <p:ph type="title"/>
          </p:nvPr>
        </p:nvSpPr>
        <p:spPr>
          <a:xfrm>
            <a:off x="628650" y="6237390"/>
            <a:ext cx="7886700" cy="806801"/>
          </a:xfrm>
        </p:spPr>
        <p:txBody>
          <a:bodyPr>
            <a:normAutofit/>
          </a:bodyPr>
          <a:lstStyle/>
          <a:p>
            <a:r>
              <a:rPr lang="en-IN" sz="2400" dirty="0">
                <a:latin typeface="+mn-lt"/>
              </a:rPr>
              <a:t>                                                         Developer             </a:t>
            </a:r>
            <a:r>
              <a:rPr lang="en-IN" sz="2400" dirty="0" err="1">
                <a:latin typeface="+mn-lt"/>
              </a:rPr>
              <a:t>Developer</a:t>
            </a:r>
            <a:r>
              <a:rPr lang="en-IN" sz="2400" dirty="0">
                <a:latin typeface="+mn-lt"/>
              </a:rPr>
              <a:t> </a:t>
            </a:r>
            <a:endParaRPr lang="en-US" sz="2400" dirty="0">
              <a:latin typeface="+mn-lt"/>
            </a:endParaRPr>
          </a:p>
        </p:txBody>
      </p:sp>
      <p:pic>
        <p:nvPicPr>
          <p:cNvPr id="5" name="Content Placeholder 4">
            <a:extLst>
              <a:ext uri="{FF2B5EF4-FFF2-40B4-BE49-F238E27FC236}">
                <a16:creationId xmlns="" xmlns:a16="http://schemas.microsoft.com/office/drawing/2014/main" id="{8C37D616-6CE2-EE83-7F22-59FF849E2297}"/>
              </a:ext>
            </a:extLst>
          </p:cNvPr>
          <p:cNvPicPr>
            <a:picLocks noGrp="1" noChangeAspect="1"/>
          </p:cNvPicPr>
          <p:nvPr>
            <p:ph idx="1"/>
          </p:nvPr>
        </p:nvPicPr>
        <p:blipFill>
          <a:blip r:embed="rId2" cstate="print"/>
          <a:stretch>
            <a:fillRect/>
          </a:stretch>
        </p:blipFill>
        <p:spPr>
          <a:xfrm>
            <a:off x="467430" y="476590"/>
            <a:ext cx="7993110" cy="5760800"/>
          </a:xfrm>
        </p:spPr>
      </p:pic>
    </p:spTree>
    <p:extLst>
      <p:ext uri="{BB962C8B-B14F-4D97-AF65-F5344CB8AC3E}">
        <p14:creationId xmlns="" xmlns:p14="http://schemas.microsoft.com/office/powerpoint/2010/main" val="35089587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B881FA-04BC-8DFB-9546-ECC4B19F6D09}"/>
              </a:ext>
            </a:extLst>
          </p:cNvPr>
          <p:cNvSpPr>
            <a:spLocks noGrp="1"/>
          </p:cNvSpPr>
          <p:nvPr>
            <p:ph type="title"/>
          </p:nvPr>
        </p:nvSpPr>
        <p:spPr/>
        <p:txBody>
          <a:bodyPr/>
          <a:lstStyle/>
          <a:p>
            <a:endParaRPr lang="en-US"/>
          </a:p>
        </p:txBody>
      </p:sp>
      <p:sp>
        <p:nvSpPr>
          <p:cNvPr id="7" name="Content Placeholder 6">
            <a:extLst>
              <a:ext uri="{FF2B5EF4-FFF2-40B4-BE49-F238E27FC236}">
                <a16:creationId xmlns="" xmlns:a16="http://schemas.microsoft.com/office/drawing/2014/main" id="{6F59F8D5-D5E0-D325-D045-B5D442A30D31}"/>
              </a:ext>
            </a:extLst>
          </p:cNvPr>
          <p:cNvSpPr>
            <a:spLocks noGrp="1"/>
          </p:cNvSpPr>
          <p:nvPr>
            <p:ph idx="1"/>
          </p:nvPr>
        </p:nvSpPr>
        <p:spPr/>
        <p:txBody>
          <a:bodyPr/>
          <a:lstStyle/>
          <a:p>
            <a:endParaRPr lang="en-US"/>
          </a:p>
        </p:txBody>
      </p:sp>
      <p:pic>
        <p:nvPicPr>
          <p:cNvPr id="9" name="Picture 8">
            <a:extLst>
              <a:ext uri="{FF2B5EF4-FFF2-40B4-BE49-F238E27FC236}">
                <a16:creationId xmlns="" xmlns:a16="http://schemas.microsoft.com/office/drawing/2014/main" id="{D992E94E-18E4-3067-2A06-74E2E74406C7}"/>
              </a:ext>
            </a:extLst>
          </p:cNvPr>
          <p:cNvPicPr>
            <a:picLocks noChangeAspect="1"/>
          </p:cNvPicPr>
          <p:nvPr/>
        </p:nvPicPr>
        <p:blipFill>
          <a:blip r:embed="rId2" cstate="print"/>
          <a:stretch>
            <a:fillRect/>
          </a:stretch>
        </p:blipFill>
        <p:spPr>
          <a:xfrm>
            <a:off x="628650" y="365126"/>
            <a:ext cx="8119930" cy="6016284"/>
          </a:xfrm>
          <a:prstGeom prst="rect">
            <a:avLst/>
          </a:prstGeom>
        </p:spPr>
      </p:pic>
    </p:spTree>
    <p:extLst>
      <p:ext uri="{BB962C8B-B14F-4D97-AF65-F5344CB8AC3E}">
        <p14:creationId xmlns="" xmlns:p14="http://schemas.microsoft.com/office/powerpoint/2010/main" val="9983261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587B30-0E85-3CD4-20D9-BA80DCB9E7F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8760880E-90C8-5134-FD93-A56EEAE41461}"/>
              </a:ext>
            </a:extLst>
          </p:cNvPr>
          <p:cNvPicPr>
            <a:picLocks noGrp="1" noChangeAspect="1"/>
          </p:cNvPicPr>
          <p:nvPr>
            <p:ph idx="1"/>
          </p:nvPr>
        </p:nvPicPr>
        <p:blipFill>
          <a:blip r:embed="rId2" cstate="print"/>
          <a:stretch>
            <a:fillRect/>
          </a:stretch>
        </p:blipFill>
        <p:spPr>
          <a:xfrm>
            <a:off x="395420" y="437136"/>
            <a:ext cx="8497180" cy="5944274"/>
          </a:xfrm>
        </p:spPr>
      </p:pic>
    </p:spTree>
    <p:extLst>
      <p:ext uri="{BB962C8B-B14F-4D97-AF65-F5344CB8AC3E}">
        <p14:creationId xmlns="" xmlns:p14="http://schemas.microsoft.com/office/powerpoint/2010/main" val="42565858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4A5ED8-F95C-35C6-AB51-312D4F75FE2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A2BB8E78-7217-2E67-F29B-E777FE146939}"/>
              </a:ext>
            </a:extLst>
          </p:cNvPr>
          <p:cNvPicPr>
            <a:picLocks noGrp="1" noChangeAspect="1"/>
          </p:cNvPicPr>
          <p:nvPr>
            <p:ph idx="1"/>
          </p:nvPr>
        </p:nvPicPr>
        <p:blipFill>
          <a:blip r:embed="rId2" cstate="print"/>
          <a:stretch>
            <a:fillRect/>
          </a:stretch>
        </p:blipFill>
        <p:spPr>
          <a:xfrm>
            <a:off x="628650" y="365126"/>
            <a:ext cx="8047919" cy="6127748"/>
          </a:xfrm>
        </p:spPr>
      </p:pic>
    </p:spTree>
    <p:extLst>
      <p:ext uri="{BB962C8B-B14F-4D97-AF65-F5344CB8AC3E}">
        <p14:creationId xmlns="" xmlns:p14="http://schemas.microsoft.com/office/powerpoint/2010/main" val="6956721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6A48FD-17AF-88FA-3B8C-E6098236004F}"/>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4862625B-B80E-B975-4187-076CACECE9D0}"/>
              </a:ext>
            </a:extLst>
          </p:cNvPr>
          <p:cNvSpPr>
            <a:spLocks noGrp="1"/>
          </p:cNvSpPr>
          <p:nvPr>
            <p:ph idx="1"/>
          </p:nvPr>
        </p:nvSpPr>
        <p:spPr/>
        <p:txBody>
          <a:bodyPr/>
          <a:lstStyle/>
          <a:p>
            <a:endParaRPr lang="en-US"/>
          </a:p>
        </p:txBody>
      </p:sp>
      <p:pic>
        <p:nvPicPr>
          <p:cNvPr id="5" name="Picture 4">
            <a:extLst>
              <a:ext uri="{FF2B5EF4-FFF2-40B4-BE49-F238E27FC236}">
                <a16:creationId xmlns="" xmlns:a16="http://schemas.microsoft.com/office/drawing/2014/main" id="{F5E9E32F-E979-40AF-4514-D9B1BF135D5C}"/>
              </a:ext>
            </a:extLst>
          </p:cNvPr>
          <p:cNvPicPr>
            <a:picLocks noChangeAspect="1"/>
          </p:cNvPicPr>
          <p:nvPr/>
        </p:nvPicPr>
        <p:blipFill>
          <a:blip r:embed="rId2" cstate="print"/>
          <a:stretch>
            <a:fillRect/>
          </a:stretch>
        </p:blipFill>
        <p:spPr>
          <a:xfrm>
            <a:off x="628650" y="365126"/>
            <a:ext cx="8119929" cy="6127748"/>
          </a:xfrm>
          <a:prstGeom prst="rect">
            <a:avLst/>
          </a:prstGeom>
        </p:spPr>
      </p:pic>
    </p:spTree>
    <p:extLst>
      <p:ext uri="{BB962C8B-B14F-4D97-AF65-F5344CB8AC3E}">
        <p14:creationId xmlns="" xmlns:p14="http://schemas.microsoft.com/office/powerpoint/2010/main" val="34005388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DA2045-2E64-C63F-D3A7-BF43ADBDC5AA}"/>
              </a:ext>
            </a:extLst>
          </p:cNvPr>
          <p:cNvSpPr>
            <a:spLocks noGrp="1"/>
          </p:cNvSpPr>
          <p:nvPr>
            <p:ph type="ctrTitle"/>
          </p:nvPr>
        </p:nvSpPr>
        <p:spPr>
          <a:xfrm>
            <a:off x="1143000" y="857251"/>
            <a:ext cx="6858000" cy="657224"/>
          </a:xfrm>
        </p:spPr>
        <p:txBody>
          <a:bodyPr>
            <a:normAutofit/>
          </a:bodyPr>
          <a:lstStyle/>
          <a:p>
            <a:r>
              <a:rPr lang="en-IN" sz="3600" dirty="0">
                <a:latin typeface="Times New Roman" panose="02020603050405020304" pitchFamily="18" charset="0"/>
                <a:cs typeface="Times New Roman" panose="02020603050405020304" pitchFamily="18" charset="0"/>
              </a:rPr>
              <a:t>Docker Installation</a:t>
            </a:r>
            <a:endParaRPr lang="en-US" sz="3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23F67AAB-9CB4-6D06-70A0-06A7F47D6B8F}"/>
              </a:ext>
            </a:extLst>
          </p:cNvPr>
          <p:cNvSpPr>
            <a:spLocks noGrp="1"/>
          </p:cNvSpPr>
          <p:nvPr>
            <p:ph type="subTitle" idx="1"/>
          </p:nvPr>
        </p:nvSpPr>
        <p:spPr>
          <a:xfrm>
            <a:off x="309563" y="1718553"/>
            <a:ext cx="8524875" cy="1462798"/>
          </a:xfrm>
        </p:spPr>
        <p:txBody>
          <a:bodyPr>
            <a:normAutofit/>
          </a:bodyPr>
          <a:lstStyle/>
          <a:p>
            <a:pPr algn="l"/>
            <a:r>
              <a:rPr lang="en-IN" sz="2100" dirty="0">
                <a:latin typeface="Times New Roman" panose="02020603050405020304" pitchFamily="18" charset="0"/>
                <a:cs typeface="Times New Roman" panose="02020603050405020304" pitchFamily="18" charset="0"/>
              </a:rPr>
              <a:t>Go to google and type docker</a:t>
            </a:r>
          </a:p>
          <a:p>
            <a:endParaRPr lang="en-US" sz="21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5B55B93F-A796-107D-DDD2-7F484F818113}"/>
              </a:ext>
            </a:extLst>
          </p:cNvPr>
          <p:cNvPicPr>
            <a:picLocks noChangeAspect="1"/>
          </p:cNvPicPr>
          <p:nvPr/>
        </p:nvPicPr>
        <p:blipFill>
          <a:blip r:embed="rId2" cstate="print"/>
          <a:stretch>
            <a:fillRect/>
          </a:stretch>
        </p:blipFill>
        <p:spPr>
          <a:xfrm>
            <a:off x="66208" y="2536178"/>
            <a:ext cx="9077792" cy="3259075"/>
          </a:xfrm>
          <a:prstGeom prst="rect">
            <a:avLst/>
          </a:prstGeom>
        </p:spPr>
      </p:pic>
    </p:spTree>
    <p:extLst>
      <p:ext uri="{BB962C8B-B14F-4D97-AF65-F5344CB8AC3E}">
        <p14:creationId xmlns="" xmlns:p14="http://schemas.microsoft.com/office/powerpoint/2010/main" val="11576576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DA2045-2E64-C63F-D3A7-BF43ADBDC5AA}"/>
              </a:ext>
            </a:extLst>
          </p:cNvPr>
          <p:cNvSpPr>
            <a:spLocks noGrp="1"/>
          </p:cNvSpPr>
          <p:nvPr>
            <p:ph type="ctrTitle"/>
          </p:nvPr>
        </p:nvSpPr>
        <p:spPr>
          <a:xfrm>
            <a:off x="525294" y="1028702"/>
            <a:ext cx="7475707" cy="485165"/>
          </a:xfrm>
        </p:spPr>
        <p:txBody>
          <a:bodyPr>
            <a:normAutofit fontScale="90000"/>
          </a:bodyPr>
          <a:lstStyle/>
          <a:p>
            <a:r>
              <a:rPr lang="en-IN" sz="3000" dirty="0">
                <a:latin typeface="Times New Roman" panose="02020603050405020304" pitchFamily="18" charset="0"/>
                <a:cs typeface="Times New Roman" panose="02020603050405020304" pitchFamily="18" charset="0"/>
              </a:rPr>
              <a:t>Click on Docker Home</a:t>
            </a:r>
            <a:endParaRPr lang="en-US" sz="3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23F67AAB-9CB4-6D06-70A0-06A7F47D6B8F}"/>
              </a:ext>
            </a:extLst>
          </p:cNvPr>
          <p:cNvSpPr>
            <a:spLocks noGrp="1"/>
          </p:cNvSpPr>
          <p:nvPr>
            <p:ph type="subTitle" idx="1"/>
          </p:nvPr>
        </p:nvSpPr>
        <p:spPr>
          <a:xfrm>
            <a:off x="276225" y="1762125"/>
            <a:ext cx="8524875" cy="4148389"/>
          </a:xfrm>
        </p:spPr>
        <p:txBody>
          <a:bodyPr>
            <a:normAutofit/>
          </a:bodyPr>
          <a:lstStyle/>
          <a:p>
            <a:endParaRPr lang="en-US" sz="21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84AEE59E-D529-0256-2BE8-1D84593650B4}"/>
              </a:ext>
            </a:extLst>
          </p:cNvPr>
          <p:cNvPicPr>
            <a:picLocks noChangeAspect="1"/>
          </p:cNvPicPr>
          <p:nvPr/>
        </p:nvPicPr>
        <p:blipFill>
          <a:blip r:embed="rId2" cstate="print"/>
          <a:stretch>
            <a:fillRect/>
          </a:stretch>
        </p:blipFill>
        <p:spPr>
          <a:xfrm>
            <a:off x="0" y="1762126"/>
            <a:ext cx="9144000" cy="4238624"/>
          </a:xfrm>
          <a:prstGeom prst="rect">
            <a:avLst/>
          </a:prstGeom>
        </p:spPr>
      </p:pic>
    </p:spTree>
    <p:extLst>
      <p:ext uri="{BB962C8B-B14F-4D97-AF65-F5344CB8AC3E}">
        <p14:creationId xmlns="" xmlns:p14="http://schemas.microsoft.com/office/powerpoint/2010/main" val="41204181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DA2045-2E64-C63F-D3A7-BF43ADBDC5AA}"/>
              </a:ext>
            </a:extLst>
          </p:cNvPr>
          <p:cNvSpPr>
            <a:spLocks noGrp="1"/>
          </p:cNvSpPr>
          <p:nvPr>
            <p:ph type="ctrTitle"/>
          </p:nvPr>
        </p:nvSpPr>
        <p:spPr>
          <a:xfrm>
            <a:off x="204280" y="1028701"/>
            <a:ext cx="7796720" cy="657224"/>
          </a:xfrm>
        </p:spPr>
        <p:txBody>
          <a:bodyPr>
            <a:normAutofit/>
          </a:bodyPr>
          <a:lstStyle/>
          <a:p>
            <a:r>
              <a:rPr lang="en-IN" sz="3000" dirty="0">
                <a:latin typeface="Times New Roman" panose="02020603050405020304" pitchFamily="18" charset="0"/>
                <a:cs typeface="Times New Roman" panose="02020603050405020304" pitchFamily="18" charset="0"/>
              </a:rPr>
              <a:t>Press on GET STARTED</a:t>
            </a:r>
            <a:endParaRPr lang="en-US" sz="3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7B36AA67-E1D2-9718-9F46-4D0954742459}"/>
              </a:ext>
            </a:extLst>
          </p:cNvPr>
          <p:cNvPicPr>
            <a:picLocks noChangeAspect="1"/>
          </p:cNvPicPr>
          <p:nvPr/>
        </p:nvPicPr>
        <p:blipFill>
          <a:blip r:embed="rId2" cstate="print"/>
          <a:stretch>
            <a:fillRect/>
          </a:stretch>
        </p:blipFill>
        <p:spPr>
          <a:xfrm>
            <a:off x="204281" y="2290877"/>
            <a:ext cx="8608980" cy="1547892"/>
          </a:xfrm>
          <a:prstGeom prst="rect">
            <a:avLst/>
          </a:prstGeom>
        </p:spPr>
      </p:pic>
    </p:spTree>
    <p:extLst>
      <p:ext uri="{BB962C8B-B14F-4D97-AF65-F5344CB8AC3E}">
        <p14:creationId xmlns="" xmlns:p14="http://schemas.microsoft.com/office/powerpoint/2010/main" val="11785354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FAE54BF-016B-7B9C-6518-790228826B28}"/>
              </a:ext>
            </a:extLst>
          </p:cNvPr>
          <p:cNvSpPr>
            <a:spLocks noGrp="1"/>
          </p:cNvSpPr>
          <p:nvPr>
            <p:ph type="title"/>
          </p:nvPr>
        </p:nvSpPr>
        <p:spPr/>
        <p:txBody>
          <a:bodyPr>
            <a:normAutofit/>
          </a:bodyPr>
          <a:lstStyle/>
          <a:p>
            <a:r>
              <a:rPr lang="en-IN" dirty="0"/>
              <a:t>Click on see Docker Desktop for Windows</a:t>
            </a:r>
            <a:endParaRPr lang="en-US" dirty="0"/>
          </a:p>
        </p:txBody>
      </p:sp>
      <p:pic>
        <p:nvPicPr>
          <p:cNvPr id="5" name="Content Placeholder 4">
            <a:extLst>
              <a:ext uri="{FF2B5EF4-FFF2-40B4-BE49-F238E27FC236}">
                <a16:creationId xmlns="" xmlns:a16="http://schemas.microsoft.com/office/drawing/2014/main" id="{842A906D-A55D-0839-5273-CAB5740B223F}"/>
              </a:ext>
            </a:extLst>
          </p:cNvPr>
          <p:cNvPicPr>
            <a:picLocks noGrp="1" noChangeAspect="1"/>
          </p:cNvPicPr>
          <p:nvPr>
            <p:ph idx="1"/>
          </p:nvPr>
        </p:nvPicPr>
        <p:blipFill>
          <a:blip r:embed="rId2" cstate="print"/>
          <a:stretch>
            <a:fillRect/>
          </a:stretch>
        </p:blipFill>
        <p:spPr>
          <a:xfrm>
            <a:off x="628650" y="1857293"/>
            <a:ext cx="7886700" cy="4288001"/>
          </a:xfrm>
        </p:spPr>
      </p:pic>
      <p:cxnSp>
        <p:nvCxnSpPr>
          <p:cNvPr id="6" name="Straight Arrow Connector 5"/>
          <p:cNvCxnSpPr/>
          <p:nvPr/>
        </p:nvCxnSpPr>
        <p:spPr>
          <a:xfrm rot="16200000" flipH="1">
            <a:off x="-321503" y="2821777"/>
            <a:ext cx="4071966" cy="7143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7286359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DA2045-2E64-C63F-D3A7-BF43ADBDC5AA}"/>
              </a:ext>
            </a:extLst>
          </p:cNvPr>
          <p:cNvSpPr>
            <a:spLocks noGrp="1"/>
          </p:cNvSpPr>
          <p:nvPr>
            <p:ph type="ctrTitle"/>
          </p:nvPr>
        </p:nvSpPr>
        <p:spPr>
          <a:xfrm>
            <a:off x="309563" y="389777"/>
            <a:ext cx="8524874" cy="1115417"/>
          </a:xfrm>
        </p:spPr>
        <p:txBody>
          <a:bodyPr>
            <a:normAutofit/>
          </a:bodyPr>
          <a:lstStyle/>
          <a:p>
            <a:r>
              <a:rPr lang="en-IN" sz="3000" dirty="0">
                <a:cs typeface="Times New Roman" panose="02020603050405020304" pitchFamily="18" charset="0"/>
              </a:rPr>
              <a:t>Click on </a:t>
            </a:r>
            <a:br>
              <a:rPr lang="en-IN" sz="3000" dirty="0">
                <a:cs typeface="Times New Roman" panose="02020603050405020304" pitchFamily="18" charset="0"/>
              </a:rPr>
            </a:br>
            <a:r>
              <a:rPr lang="en-IN" sz="3000" b="1" dirty="0">
                <a:cs typeface="Times New Roman" panose="02020603050405020304" pitchFamily="18" charset="0"/>
              </a:rPr>
              <a:t>Docker Desktop for Windows </a:t>
            </a:r>
            <a:r>
              <a:rPr lang="en-IN" sz="3000" dirty="0">
                <a:cs typeface="Times New Roman" panose="02020603050405020304" pitchFamily="18" charset="0"/>
              </a:rPr>
              <a:t>to download file</a:t>
            </a:r>
            <a:endParaRPr lang="en-US" sz="3000" dirty="0">
              <a:cs typeface="Times New Roman" panose="02020603050405020304" pitchFamily="18" charset="0"/>
            </a:endParaRPr>
          </a:p>
        </p:txBody>
      </p:sp>
      <p:pic>
        <p:nvPicPr>
          <p:cNvPr id="5" name="Picture 4">
            <a:extLst>
              <a:ext uri="{FF2B5EF4-FFF2-40B4-BE49-F238E27FC236}">
                <a16:creationId xmlns="" xmlns:a16="http://schemas.microsoft.com/office/drawing/2014/main" id="{D45059FD-B5E0-2AED-4DEA-821F6B2EE064}"/>
              </a:ext>
            </a:extLst>
          </p:cNvPr>
          <p:cNvPicPr>
            <a:picLocks noChangeAspect="1"/>
          </p:cNvPicPr>
          <p:nvPr/>
        </p:nvPicPr>
        <p:blipFill>
          <a:blip r:embed="rId2" cstate="print"/>
          <a:stretch>
            <a:fillRect/>
          </a:stretch>
        </p:blipFill>
        <p:spPr>
          <a:xfrm>
            <a:off x="221981" y="2778602"/>
            <a:ext cx="8524874" cy="3131912"/>
          </a:xfrm>
          <a:prstGeom prst="rect">
            <a:avLst/>
          </a:prstGeom>
        </p:spPr>
      </p:pic>
      <p:pic>
        <p:nvPicPr>
          <p:cNvPr id="7" name="Picture 6">
            <a:extLst>
              <a:ext uri="{FF2B5EF4-FFF2-40B4-BE49-F238E27FC236}">
                <a16:creationId xmlns="" xmlns:a16="http://schemas.microsoft.com/office/drawing/2014/main" id="{66E4C1FA-6205-50FA-B830-C6C0B29D333C}"/>
              </a:ext>
            </a:extLst>
          </p:cNvPr>
          <p:cNvPicPr>
            <a:picLocks noChangeAspect="1"/>
          </p:cNvPicPr>
          <p:nvPr/>
        </p:nvPicPr>
        <p:blipFill>
          <a:blip r:embed="rId3" cstate="print"/>
          <a:stretch>
            <a:fillRect/>
          </a:stretch>
        </p:blipFill>
        <p:spPr>
          <a:xfrm>
            <a:off x="101600" y="2337133"/>
            <a:ext cx="8820420" cy="4131089"/>
          </a:xfrm>
          <a:prstGeom prst="rect">
            <a:avLst/>
          </a:prstGeom>
        </p:spPr>
      </p:pic>
    </p:spTree>
    <p:extLst>
      <p:ext uri="{BB962C8B-B14F-4D97-AF65-F5344CB8AC3E}">
        <p14:creationId xmlns="" xmlns:p14="http://schemas.microsoft.com/office/powerpoint/2010/main" val="11182955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189649-6FD9-BF25-1A20-D440D04E39FB}"/>
              </a:ext>
            </a:extLst>
          </p:cNvPr>
          <p:cNvSpPr>
            <a:spLocks noGrp="1"/>
          </p:cNvSpPr>
          <p:nvPr>
            <p:ph type="title"/>
          </p:nvPr>
        </p:nvSpPr>
        <p:spPr>
          <a:xfrm>
            <a:off x="539711" y="498611"/>
            <a:ext cx="8134390" cy="596106"/>
          </a:xfrm>
        </p:spPr>
        <p:txBody>
          <a:bodyPr>
            <a:noAutofit/>
          </a:bodyPr>
          <a:lstStyle/>
          <a:p>
            <a:r>
              <a:rPr lang="en-IN" sz="3600" dirty="0"/>
              <a:t>Before </a:t>
            </a:r>
            <a:r>
              <a:rPr lang="en-IN" sz="3800" dirty="0"/>
              <a:t>installation</a:t>
            </a:r>
            <a:r>
              <a:rPr lang="en-IN" sz="3600" dirty="0"/>
              <a:t> do the following steps</a:t>
            </a:r>
            <a:endParaRPr lang="en-US" sz="3600" dirty="0"/>
          </a:p>
        </p:txBody>
      </p:sp>
      <p:sp>
        <p:nvSpPr>
          <p:cNvPr id="3" name="Content Placeholder 2">
            <a:extLst>
              <a:ext uri="{FF2B5EF4-FFF2-40B4-BE49-F238E27FC236}">
                <a16:creationId xmlns="" xmlns:a16="http://schemas.microsoft.com/office/drawing/2014/main" id="{77F79380-B98F-79DF-7B46-4226AE0FAD91}"/>
              </a:ext>
            </a:extLst>
          </p:cNvPr>
          <p:cNvSpPr>
            <a:spLocks noGrp="1"/>
          </p:cNvSpPr>
          <p:nvPr>
            <p:ph idx="1"/>
          </p:nvPr>
        </p:nvSpPr>
        <p:spPr>
          <a:xfrm>
            <a:off x="628650" y="1326903"/>
            <a:ext cx="7886700" cy="4016772"/>
          </a:xfrm>
        </p:spPr>
        <p:txBody>
          <a:bodyPr/>
          <a:lstStyle/>
          <a:p>
            <a:pPr marL="385763" indent="-385763">
              <a:buFont typeface="+mj-lt"/>
              <a:buAutoNum type="arabicPeriod"/>
            </a:pPr>
            <a:r>
              <a:rPr lang="en-IN" sz="2400" dirty="0" err="1"/>
              <a:t>Goto</a:t>
            </a:r>
            <a:r>
              <a:rPr lang="en-IN" sz="2400" dirty="0"/>
              <a:t> Control panel-&gt;Programs and Features-&gt;Turn Windows feature ON and OFF and click on it. Now check all given below are enabled </a:t>
            </a:r>
            <a:r>
              <a:rPr lang="en-IN" sz="2400" dirty="0" smtClean="0"/>
              <a:t> </a:t>
            </a:r>
            <a:endParaRPr lang="en-IN" sz="2400" dirty="0"/>
          </a:p>
          <a:p>
            <a:pPr marL="0" indent="0" algn="just">
              <a:buNone/>
            </a:pPr>
            <a:endParaRPr lang="en-US" dirty="0"/>
          </a:p>
        </p:txBody>
      </p:sp>
      <p:pic>
        <p:nvPicPr>
          <p:cNvPr id="5" name="Picture 4">
            <a:extLst>
              <a:ext uri="{FF2B5EF4-FFF2-40B4-BE49-F238E27FC236}">
                <a16:creationId xmlns="" xmlns:a16="http://schemas.microsoft.com/office/drawing/2014/main" id="{D9E60F27-3010-71F4-FD11-582BB434785F}"/>
              </a:ext>
            </a:extLst>
          </p:cNvPr>
          <p:cNvPicPr>
            <a:picLocks noChangeAspect="1"/>
          </p:cNvPicPr>
          <p:nvPr/>
        </p:nvPicPr>
        <p:blipFill>
          <a:blip r:embed="rId2" cstate="print"/>
          <a:stretch>
            <a:fillRect/>
          </a:stretch>
        </p:blipFill>
        <p:spPr>
          <a:xfrm>
            <a:off x="539710" y="2833434"/>
            <a:ext cx="8158711" cy="3908026"/>
          </a:xfrm>
          <a:prstGeom prst="rect">
            <a:avLst/>
          </a:prstGeom>
        </p:spPr>
      </p:pic>
      <p:pic>
        <p:nvPicPr>
          <p:cNvPr id="8" name="Ink 7">
            <a:extLst>
              <a:ext uri="{FF2B5EF4-FFF2-40B4-BE49-F238E27FC236}">
                <a16:creationId xmlns:mc="http://schemas.openxmlformats.org/markup-compatibility/2006" xmlns:p14="http://schemas.microsoft.com/office/powerpoint/2010/main" xmlns="" xmlns:a16="http://schemas.microsoft.com/office/drawing/2014/main" id="{0A518E8C-796C-9BAC-FABB-9D6478DD3B65}"/>
              </a:ext>
            </a:extLst>
          </p:cNvPr>
          <p:cNvPicPr/>
          <p:nvPr/>
        </p:nvPicPr>
        <p:blipFill>
          <a:blip r:embed="rId3" cstate="print"/>
          <a:stretch>
            <a:fillRect/>
          </a:stretch>
        </p:blipFill>
        <p:spPr>
          <a:xfrm>
            <a:off x="2143108" y="5000636"/>
            <a:ext cx="2529989" cy="1370349"/>
          </a:xfrm>
          <a:prstGeom prst="rect">
            <a:avLst/>
          </a:prstGeom>
        </p:spPr>
      </p:pic>
      <mc:AlternateContent xmlns:mc="http://schemas.openxmlformats.org/markup-compatibility/2006">
        <mc:Choice xmlns="" xmlns:p14="http://schemas.microsoft.com/office/powerpoint/2010/main" Requires="p14">
          <p:contentPart p14:bwMode="auto" r:id="rId5">
            <p14:nvContentPartPr>
              <p14:cNvPr id="9" name="Ink 8">
                <a:extLst>
                  <a:ext uri="{FF2B5EF4-FFF2-40B4-BE49-F238E27FC236}">
                    <a16:creationId xmlns:a16="http://schemas.microsoft.com/office/drawing/2014/main" id="{F831C141-100A-904A-393C-90AF24269987}"/>
                  </a:ext>
                </a:extLst>
              </p14:cNvPr>
              <p14:cNvContentPartPr/>
              <p14:nvPr/>
            </p14:nvContentPartPr>
            <p14:xfrm>
              <a:off x="5587930" y="4286070"/>
              <a:ext cx="270" cy="270"/>
            </p14:xfrm>
          </p:contentPart>
        </mc:Choice>
        <mc:Fallback>
          <p:pic>
            <p:nvPicPr>
              <p:cNvPr id="9" name="Ink 8">
                <a:extLst>
                  <a:ext uri="{FF2B5EF4-FFF2-40B4-BE49-F238E27FC236}">
                    <a16:creationId xmlns:p14="http://schemas.microsoft.com/office/powerpoint/2010/main" xmlns="" xmlns:a16="http://schemas.microsoft.com/office/drawing/2014/main" id="{F831C141-100A-904A-393C-90AF24269987}"/>
                  </a:ext>
                </a:extLst>
              </p:cNvPr>
              <p:cNvPicPr/>
              <p:nvPr/>
            </p:nvPicPr>
            <p:blipFill>
              <a:blip r:embed="rId6" cstate="print"/>
              <a:stretch>
                <a:fillRect/>
              </a:stretch>
            </p:blipFill>
            <p:spPr>
              <a:xfrm>
                <a:off x="5581180" y="4279320"/>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7">
            <p14:nvContentPartPr>
              <p14:cNvPr id="10" name="Ink 9">
                <a:extLst>
                  <a:ext uri="{FF2B5EF4-FFF2-40B4-BE49-F238E27FC236}">
                    <a16:creationId xmlns:a16="http://schemas.microsoft.com/office/drawing/2014/main" id="{5A582B52-BD2C-0A14-00B0-84E5235C9440}"/>
                  </a:ext>
                </a:extLst>
              </p14:cNvPr>
              <p14:cNvContentPartPr/>
              <p14:nvPr/>
            </p14:nvContentPartPr>
            <p14:xfrm>
              <a:off x="3822670" y="2343150"/>
              <a:ext cx="270" cy="270"/>
            </p14:xfrm>
          </p:contentPart>
        </mc:Choice>
        <mc:Fallback>
          <p:pic>
            <p:nvPicPr>
              <p:cNvPr id="10" name="Ink 9">
                <a:extLst>
                  <a:ext uri="{FF2B5EF4-FFF2-40B4-BE49-F238E27FC236}">
                    <a16:creationId xmlns:p14="http://schemas.microsoft.com/office/powerpoint/2010/main" xmlns="" xmlns:a16="http://schemas.microsoft.com/office/drawing/2014/main" id="{5A582B52-BD2C-0A14-00B0-84E5235C9440}"/>
                  </a:ext>
                </a:extLst>
              </p:cNvPr>
              <p:cNvPicPr/>
              <p:nvPr/>
            </p:nvPicPr>
            <p:blipFill>
              <a:blip r:embed="rId6" cstate="print"/>
              <a:stretch>
                <a:fillRect/>
              </a:stretch>
            </p:blipFill>
            <p:spPr>
              <a:xfrm>
                <a:off x="3815920" y="2336400"/>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8">
            <p14:nvContentPartPr>
              <p14:cNvPr id="11" name="Ink 10">
                <a:extLst>
                  <a:ext uri="{FF2B5EF4-FFF2-40B4-BE49-F238E27FC236}">
                    <a16:creationId xmlns:a16="http://schemas.microsoft.com/office/drawing/2014/main" id="{D555D321-9BD5-5FE1-A211-DD9B69BD8FA1}"/>
                  </a:ext>
                </a:extLst>
              </p14:cNvPr>
              <p14:cNvContentPartPr/>
              <p14:nvPr/>
            </p14:nvContentPartPr>
            <p14:xfrm>
              <a:off x="1000140" y="3076545"/>
              <a:ext cx="270" cy="270"/>
            </p14:xfrm>
          </p:contentPart>
        </mc:Choice>
        <mc:Fallback>
          <p:pic>
            <p:nvPicPr>
              <p:cNvPr id="11" name="Ink 10">
                <a:extLst>
                  <a:ext uri="{FF2B5EF4-FFF2-40B4-BE49-F238E27FC236}">
                    <a16:creationId xmlns:p14="http://schemas.microsoft.com/office/powerpoint/2010/main" xmlns="" xmlns:a16="http://schemas.microsoft.com/office/drawing/2014/main" id="{D555D321-9BD5-5FE1-A211-DD9B69BD8FA1}"/>
                  </a:ext>
                </a:extLst>
              </p:cNvPr>
              <p:cNvPicPr/>
              <p:nvPr/>
            </p:nvPicPr>
            <p:blipFill>
              <a:blip r:embed="rId6" cstate="print"/>
              <a:stretch>
                <a:fillRect/>
              </a:stretch>
            </p:blipFill>
            <p:spPr>
              <a:xfrm>
                <a:off x="993390" y="3069795"/>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9">
            <p14:nvContentPartPr>
              <p14:cNvPr id="12" name="Ink 11">
                <a:extLst>
                  <a:ext uri="{FF2B5EF4-FFF2-40B4-BE49-F238E27FC236}">
                    <a16:creationId xmlns:a16="http://schemas.microsoft.com/office/drawing/2014/main" id="{B8E2545A-C551-4B3A-0AF0-F52E204DE8F1}"/>
                  </a:ext>
                </a:extLst>
              </p14:cNvPr>
              <p14:cNvContentPartPr/>
              <p14:nvPr/>
            </p14:nvContentPartPr>
            <p14:xfrm>
              <a:off x="3571620" y="3933525"/>
              <a:ext cx="270" cy="270"/>
            </p14:xfrm>
          </p:contentPart>
        </mc:Choice>
        <mc:Fallback>
          <p:pic>
            <p:nvPicPr>
              <p:cNvPr id="12" name="Ink 11">
                <a:extLst>
                  <a:ext uri="{FF2B5EF4-FFF2-40B4-BE49-F238E27FC236}">
                    <a16:creationId xmlns:p14="http://schemas.microsoft.com/office/powerpoint/2010/main" xmlns="" xmlns:a16="http://schemas.microsoft.com/office/drawing/2014/main" id="{B8E2545A-C551-4B3A-0AF0-F52E204DE8F1}"/>
                  </a:ext>
                </a:extLst>
              </p:cNvPr>
              <p:cNvPicPr/>
              <p:nvPr/>
            </p:nvPicPr>
            <p:blipFill>
              <a:blip r:embed="rId6" cstate="print"/>
              <a:stretch>
                <a:fillRect/>
              </a:stretch>
            </p:blipFill>
            <p:spPr>
              <a:xfrm>
                <a:off x="3564870" y="3926775"/>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0">
            <p14:nvContentPartPr>
              <p14:cNvPr id="14" name="Ink 13">
                <a:extLst>
                  <a:ext uri="{FF2B5EF4-FFF2-40B4-BE49-F238E27FC236}">
                    <a16:creationId xmlns:a16="http://schemas.microsoft.com/office/drawing/2014/main" id="{0045FCFE-C3E0-5861-E146-37324368F67D}"/>
                  </a:ext>
                </a:extLst>
              </p14:cNvPr>
              <p14:cNvContentPartPr/>
              <p14:nvPr/>
            </p14:nvContentPartPr>
            <p14:xfrm>
              <a:off x="628620" y="2028945"/>
              <a:ext cx="270" cy="270"/>
            </p14:xfrm>
          </p:contentPart>
        </mc:Choice>
        <mc:Fallback>
          <p:pic>
            <p:nvPicPr>
              <p:cNvPr id="14" name="Ink 13">
                <a:extLst>
                  <a:ext uri="{FF2B5EF4-FFF2-40B4-BE49-F238E27FC236}">
                    <a16:creationId xmlns:p14="http://schemas.microsoft.com/office/powerpoint/2010/main" xmlns="" xmlns:a16="http://schemas.microsoft.com/office/drawing/2014/main" id="{0045FCFE-C3E0-5861-E146-37324368F67D}"/>
                  </a:ext>
                </a:extLst>
              </p:cNvPr>
              <p:cNvPicPr/>
              <p:nvPr/>
            </p:nvPicPr>
            <p:blipFill>
              <a:blip r:embed="rId6" cstate="print"/>
              <a:stretch>
                <a:fillRect/>
              </a:stretch>
            </p:blipFill>
            <p:spPr>
              <a:xfrm>
                <a:off x="621870" y="2022195"/>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1">
            <p14:nvContentPartPr>
              <p14:cNvPr id="15" name="Ink 14">
                <a:extLst>
                  <a:ext uri="{FF2B5EF4-FFF2-40B4-BE49-F238E27FC236}">
                    <a16:creationId xmlns:a16="http://schemas.microsoft.com/office/drawing/2014/main" id="{4FE81480-8B40-C134-74EA-B46AE32B8286}"/>
                  </a:ext>
                </a:extLst>
              </p14:cNvPr>
              <p14:cNvContentPartPr/>
              <p14:nvPr/>
            </p14:nvContentPartPr>
            <p14:xfrm>
              <a:off x="3123960" y="1514325"/>
              <a:ext cx="270" cy="270"/>
            </p14:xfrm>
          </p:contentPart>
        </mc:Choice>
        <mc:Fallback>
          <p:pic>
            <p:nvPicPr>
              <p:cNvPr id="15" name="Ink 14">
                <a:extLst>
                  <a:ext uri="{FF2B5EF4-FFF2-40B4-BE49-F238E27FC236}">
                    <a16:creationId xmlns:p14="http://schemas.microsoft.com/office/powerpoint/2010/main" xmlns="" xmlns:a16="http://schemas.microsoft.com/office/drawing/2014/main" id="{4FE81480-8B40-C134-74EA-B46AE32B8286}"/>
                  </a:ext>
                </a:extLst>
              </p:cNvPr>
              <p:cNvPicPr/>
              <p:nvPr/>
            </p:nvPicPr>
            <p:blipFill>
              <a:blip r:embed="rId6" cstate="print"/>
              <a:stretch>
                <a:fillRect/>
              </a:stretch>
            </p:blipFill>
            <p:spPr>
              <a:xfrm>
                <a:off x="3117210" y="1507575"/>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2">
            <p14:nvContentPartPr>
              <p14:cNvPr id="16" name="Ink 15">
                <a:extLst>
                  <a:ext uri="{FF2B5EF4-FFF2-40B4-BE49-F238E27FC236}">
                    <a16:creationId xmlns:a16="http://schemas.microsoft.com/office/drawing/2014/main" id="{B412776A-FC16-F652-214A-43777AA8E228}"/>
                  </a:ext>
                </a:extLst>
              </p14:cNvPr>
              <p14:cNvContentPartPr/>
              <p14:nvPr/>
            </p14:nvContentPartPr>
            <p14:xfrm>
              <a:off x="3905340" y="5228985"/>
              <a:ext cx="270" cy="270"/>
            </p14:xfrm>
          </p:contentPart>
        </mc:Choice>
        <mc:Fallback>
          <p:pic>
            <p:nvPicPr>
              <p:cNvPr id="16" name="Ink 15">
                <a:extLst>
                  <a:ext uri="{FF2B5EF4-FFF2-40B4-BE49-F238E27FC236}">
                    <a16:creationId xmlns:p14="http://schemas.microsoft.com/office/powerpoint/2010/main" xmlns="" xmlns:a16="http://schemas.microsoft.com/office/drawing/2014/main" id="{B412776A-FC16-F652-214A-43777AA8E228}"/>
                  </a:ext>
                </a:extLst>
              </p:cNvPr>
              <p:cNvPicPr/>
              <p:nvPr/>
            </p:nvPicPr>
            <p:blipFill>
              <a:blip r:embed="rId6" cstate="print"/>
              <a:stretch>
                <a:fillRect/>
              </a:stretch>
            </p:blipFill>
            <p:spPr>
              <a:xfrm>
                <a:off x="3898590" y="5222235"/>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3">
            <p14:nvContentPartPr>
              <p14:cNvPr id="17" name="Ink 16">
                <a:extLst>
                  <a:ext uri="{FF2B5EF4-FFF2-40B4-BE49-F238E27FC236}">
                    <a16:creationId xmlns:a16="http://schemas.microsoft.com/office/drawing/2014/main" id="{98A3435B-1595-989A-5373-63B6D0D4D3F5}"/>
                  </a:ext>
                </a:extLst>
              </p14:cNvPr>
              <p14:cNvContentPartPr/>
              <p14:nvPr/>
            </p14:nvContentPartPr>
            <p14:xfrm>
              <a:off x="4686180" y="2857305"/>
              <a:ext cx="270" cy="270"/>
            </p14:xfrm>
          </p:contentPart>
        </mc:Choice>
        <mc:Fallback>
          <p:pic>
            <p:nvPicPr>
              <p:cNvPr id="17" name="Ink 16">
                <a:extLst>
                  <a:ext uri="{FF2B5EF4-FFF2-40B4-BE49-F238E27FC236}">
                    <a16:creationId xmlns:p14="http://schemas.microsoft.com/office/powerpoint/2010/main" xmlns="" xmlns:a16="http://schemas.microsoft.com/office/drawing/2014/main" id="{98A3435B-1595-989A-5373-63B6D0D4D3F5}"/>
                  </a:ext>
                </a:extLst>
              </p:cNvPr>
              <p:cNvPicPr/>
              <p:nvPr/>
            </p:nvPicPr>
            <p:blipFill>
              <a:blip r:embed="rId6" cstate="print"/>
              <a:stretch>
                <a:fillRect/>
              </a:stretch>
            </p:blipFill>
            <p:spPr>
              <a:xfrm>
                <a:off x="4679430" y="2850555"/>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4">
            <p14:nvContentPartPr>
              <p14:cNvPr id="18" name="Ink 17">
                <a:extLst>
                  <a:ext uri="{FF2B5EF4-FFF2-40B4-BE49-F238E27FC236}">
                    <a16:creationId xmlns:a16="http://schemas.microsoft.com/office/drawing/2014/main" id="{0ECA8775-CA98-6157-D8CB-D3E0769DD311}"/>
                  </a:ext>
                </a:extLst>
              </p14:cNvPr>
              <p14:cNvContentPartPr/>
              <p14:nvPr/>
            </p14:nvContentPartPr>
            <p14:xfrm>
              <a:off x="1885740" y="2267085"/>
              <a:ext cx="270" cy="270"/>
            </p14:xfrm>
          </p:contentPart>
        </mc:Choice>
        <mc:Fallback>
          <p:pic>
            <p:nvPicPr>
              <p:cNvPr id="18" name="Ink 17">
                <a:extLst>
                  <a:ext uri="{FF2B5EF4-FFF2-40B4-BE49-F238E27FC236}">
                    <a16:creationId xmlns:p14="http://schemas.microsoft.com/office/powerpoint/2010/main" xmlns="" xmlns:a16="http://schemas.microsoft.com/office/drawing/2014/main" id="{0ECA8775-CA98-6157-D8CB-D3E0769DD311}"/>
                  </a:ext>
                </a:extLst>
              </p:cNvPr>
              <p:cNvPicPr/>
              <p:nvPr/>
            </p:nvPicPr>
            <p:blipFill>
              <a:blip r:embed="rId6" cstate="print"/>
              <a:stretch>
                <a:fillRect/>
              </a:stretch>
            </p:blipFill>
            <p:spPr>
              <a:xfrm>
                <a:off x="1878990" y="2260335"/>
                <a:ext cx="13500" cy="13500"/>
              </a:xfrm>
              <a:prstGeom prst="rect">
                <a:avLst/>
              </a:prstGeom>
            </p:spPr>
          </p:pic>
        </mc:Fallback>
      </mc:AlternateContent>
    </p:spTree>
    <p:extLst>
      <p:ext uri="{BB962C8B-B14F-4D97-AF65-F5344CB8AC3E}">
        <p14:creationId xmlns="" xmlns:p14="http://schemas.microsoft.com/office/powerpoint/2010/main" val="9792621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2B7AAC-7B50-E106-9AEE-AEABD98C50C2}"/>
              </a:ext>
            </a:extLst>
          </p:cNvPr>
          <p:cNvSpPr>
            <a:spLocks noGrp="1"/>
          </p:cNvSpPr>
          <p:nvPr>
            <p:ph type="title"/>
          </p:nvPr>
        </p:nvSpPr>
        <p:spPr>
          <a:xfrm>
            <a:off x="539440" y="497476"/>
            <a:ext cx="7886700" cy="992981"/>
          </a:xfrm>
        </p:spPr>
        <p:txBody>
          <a:bodyPr>
            <a:normAutofit/>
          </a:bodyPr>
          <a:lstStyle/>
          <a:p>
            <a:r>
              <a:rPr lang="en-IN" sz="2400" dirty="0">
                <a:latin typeface="+mn-lt"/>
              </a:rPr>
              <a:t>Step 2: Press </a:t>
            </a:r>
            <a:r>
              <a:rPr lang="en-IN" sz="2400" dirty="0" err="1">
                <a:latin typeface="+mn-lt"/>
              </a:rPr>
              <a:t>Ctrl+ALT+delete</a:t>
            </a:r>
            <a:r>
              <a:rPr lang="en-IN" sz="2400" dirty="0">
                <a:latin typeface="+mn-lt"/>
              </a:rPr>
              <a:t> to </a:t>
            </a:r>
            <a:r>
              <a:rPr lang="en-IN" sz="2400" dirty="0" err="1">
                <a:latin typeface="+mn-lt"/>
              </a:rPr>
              <a:t>goto</a:t>
            </a:r>
            <a:r>
              <a:rPr lang="en-IN" sz="2400" dirty="0">
                <a:latin typeface="+mn-lt"/>
              </a:rPr>
              <a:t> Task manager, click on Performance and then check Virtualization is Enabled</a:t>
            </a:r>
            <a:endParaRPr lang="en-US" sz="2400" dirty="0">
              <a:latin typeface="+mn-lt"/>
            </a:endParaRPr>
          </a:p>
        </p:txBody>
      </p:sp>
      <p:pic>
        <p:nvPicPr>
          <p:cNvPr id="7" name="Content Placeholder 6">
            <a:extLst>
              <a:ext uri="{FF2B5EF4-FFF2-40B4-BE49-F238E27FC236}">
                <a16:creationId xmlns="" xmlns:a16="http://schemas.microsoft.com/office/drawing/2014/main" id="{FF201D11-F496-FE46-EB0B-021279A3EBC9}"/>
              </a:ext>
            </a:extLst>
          </p:cNvPr>
          <p:cNvPicPr>
            <a:picLocks noGrp="1" noChangeAspect="1"/>
          </p:cNvPicPr>
          <p:nvPr>
            <p:ph idx="1"/>
          </p:nvPr>
        </p:nvPicPr>
        <p:blipFill>
          <a:blip r:embed="rId2" cstate="print"/>
          <a:stretch>
            <a:fillRect/>
          </a:stretch>
        </p:blipFill>
        <p:spPr>
          <a:xfrm>
            <a:off x="571472" y="1500174"/>
            <a:ext cx="7500990" cy="5000660"/>
          </a:xfrm>
        </p:spPr>
      </p:pic>
      <mc:AlternateContent xmlns:mc="http://schemas.openxmlformats.org/markup-compatibility/2006">
        <mc:Choice xmlns="" xmlns:p14="http://schemas.microsoft.com/office/powerpoint/2010/main" Requires="p14">
          <p:contentPart p14:bwMode="auto" r:id="rId3">
            <p14:nvContentPartPr>
              <p14:cNvPr id="4" name="Ink 3">
                <a:extLst>
                  <a:ext uri="{FF2B5EF4-FFF2-40B4-BE49-F238E27FC236}">
                    <a16:creationId xmlns:a16="http://schemas.microsoft.com/office/drawing/2014/main" id="{A8D28629-2C6D-97CB-4488-78152FDD4999}"/>
                  </a:ext>
                </a:extLst>
              </p14:cNvPr>
              <p14:cNvContentPartPr/>
              <p14:nvPr/>
            </p14:nvContentPartPr>
            <p14:xfrm>
              <a:off x="1358920" y="1428660"/>
              <a:ext cx="270" cy="270"/>
            </p14:xfrm>
          </p:contentPart>
        </mc:Choice>
        <mc:Fallback>
          <p:pic>
            <p:nvPicPr>
              <p:cNvPr id="4" name="Ink 3">
                <a:extLst>
                  <a:ext uri="{FF2B5EF4-FFF2-40B4-BE49-F238E27FC236}">
                    <a16:creationId xmlns:p14="http://schemas.microsoft.com/office/powerpoint/2010/main" xmlns="" xmlns:a16="http://schemas.microsoft.com/office/drawing/2014/main" id="{A8D28629-2C6D-97CB-4488-78152FDD4999}"/>
                  </a:ext>
                </a:extLst>
              </p:cNvPr>
              <p:cNvPicPr/>
              <p:nvPr/>
            </p:nvPicPr>
            <p:blipFill>
              <a:blip r:embed="rId4" cstate="print"/>
              <a:stretch>
                <a:fillRect/>
              </a:stretch>
            </p:blipFill>
            <p:spPr>
              <a:xfrm>
                <a:off x="1352170" y="1421910"/>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5">
            <p14:nvContentPartPr>
              <p14:cNvPr id="5" name="Ink 4">
                <a:extLst>
                  <a:ext uri="{FF2B5EF4-FFF2-40B4-BE49-F238E27FC236}">
                    <a16:creationId xmlns:a16="http://schemas.microsoft.com/office/drawing/2014/main" id="{369D5064-10D3-F54B-17A1-F00FD29D08B1}"/>
                  </a:ext>
                </a:extLst>
              </p14:cNvPr>
              <p14:cNvContentPartPr/>
              <p14:nvPr/>
            </p14:nvContentPartPr>
            <p14:xfrm>
              <a:off x="838140" y="1438185"/>
              <a:ext cx="270" cy="270"/>
            </p14:xfrm>
          </p:contentPart>
        </mc:Choice>
        <mc:Fallback>
          <p:pic>
            <p:nvPicPr>
              <p:cNvPr id="5" name="Ink 4">
                <a:extLst>
                  <a:ext uri="{FF2B5EF4-FFF2-40B4-BE49-F238E27FC236}">
                    <a16:creationId xmlns:p14="http://schemas.microsoft.com/office/powerpoint/2010/main" xmlns="" xmlns:a16="http://schemas.microsoft.com/office/drawing/2014/main" id="{369D5064-10D3-F54B-17A1-F00FD29D08B1}"/>
                  </a:ext>
                </a:extLst>
              </p:cNvPr>
              <p:cNvPicPr/>
              <p:nvPr/>
            </p:nvPicPr>
            <p:blipFill>
              <a:blip r:embed="rId4" cstate="print"/>
              <a:stretch>
                <a:fillRect/>
              </a:stretch>
            </p:blipFill>
            <p:spPr>
              <a:xfrm>
                <a:off x="831390" y="1431435"/>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6">
            <p14:nvContentPartPr>
              <p14:cNvPr id="9" name="Ink 8">
                <a:extLst>
                  <a:ext uri="{FF2B5EF4-FFF2-40B4-BE49-F238E27FC236}">
                    <a16:creationId xmlns:a16="http://schemas.microsoft.com/office/drawing/2014/main" id="{2DF4D197-E463-3138-388F-B8B378109280}"/>
                  </a:ext>
                </a:extLst>
              </p14:cNvPr>
              <p14:cNvContentPartPr/>
              <p14:nvPr/>
            </p14:nvContentPartPr>
            <p14:xfrm>
              <a:off x="4887885" y="3921750"/>
              <a:ext cx="270" cy="270"/>
            </p14:xfrm>
          </p:contentPart>
        </mc:Choice>
        <mc:Fallback>
          <p:pic>
            <p:nvPicPr>
              <p:cNvPr id="9" name="Ink 8">
                <a:extLst>
                  <a:ext uri="{FF2B5EF4-FFF2-40B4-BE49-F238E27FC236}">
                    <a16:creationId xmlns:p14="http://schemas.microsoft.com/office/powerpoint/2010/main" xmlns="" xmlns:a16="http://schemas.microsoft.com/office/drawing/2014/main" id="{2DF4D197-E463-3138-388F-B8B378109280}"/>
                  </a:ext>
                </a:extLst>
              </p:cNvPr>
              <p:cNvPicPr/>
              <p:nvPr/>
            </p:nvPicPr>
            <p:blipFill>
              <a:blip r:embed="rId4" cstate="print"/>
              <a:stretch>
                <a:fillRect/>
              </a:stretch>
            </p:blipFill>
            <p:spPr>
              <a:xfrm>
                <a:off x="4881135" y="3915000"/>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7">
            <p14:nvContentPartPr>
              <p14:cNvPr id="10" name="Ink 9">
                <a:extLst>
                  <a:ext uri="{FF2B5EF4-FFF2-40B4-BE49-F238E27FC236}">
                    <a16:creationId xmlns:a16="http://schemas.microsoft.com/office/drawing/2014/main" id="{2488535E-88F8-58BD-6107-15A402E1C10F}"/>
                  </a:ext>
                </a:extLst>
              </p14:cNvPr>
              <p14:cNvContentPartPr/>
              <p14:nvPr/>
            </p14:nvContentPartPr>
            <p14:xfrm>
              <a:off x="4348425" y="4315410"/>
              <a:ext cx="270" cy="270"/>
            </p14:xfrm>
          </p:contentPart>
        </mc:Choice>
        <mc:Fallback>
          <p:pic>
            <p:nvPicPr>
              <p:cNvPr id="10" name="Ink 9">
                <a:extLst>
                  <a:ext uri="{FF2B5EF4-FFF2-40B4-BE49-F238E27FC236}">
                    <a16:creationId xmlns:p14="http://schemas.microsoft.com/office/powerpoint/2010/main" xmlns="" xmlns:a16="http://schemas.microsoft.com/office/drawing/2014/main" id="{2488535E-88F8-58BD-6107-15A402E1C10F}"/>
                  </a:ext>
                </a:extLst>
              </p:cNvPr>
              <p:cNvPicPr/>
              <p:nvPr/>
            </p:nvPicPr>
            <p:blipFill>
              <a:blip r:embed="rId4" cstate="print"/>
              <a:stretch>
                <a:fillRect/>
              </a:stretch>
            </p:blipFill>
            <p:spPr>
              <a:xfrm>
                <a:off x="4341675" y="4308660"/>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8">
            <p14:nvContentPartPr>
              <p14:cNvPr id="11" name="Ink 10">
                <a:extLst>
                  <a:ext uri="{FF2B5EF4-FFF2-40B4-BE49-F238E27FC236}">
                    <a16:creationId xmlns:a16="http://schemas.microsoft.com/office/drawing/2014/main" id="{393A6BA8-FFC8-B55D-E16F-90421AD8B510}"/>
                  </a:ext>
                </a:extLst>
              </p14:cNvPr>
              <p14:cNvContentPartPr/>
              <p14:nvPr/>
            </p14:nvContentPartPr>
            <p14:xfrm>
              <a:off x="3093465" y="3162240"/>
              <a:ext cx="270" cy="270"/>
            </p14:xfrm>
          </p:contentPart>
        </mc:Choice>
        <mc:Fallback>
          <p:pic>
            <p:nvPicPr>
              <p:cNvPr id="11" name="Ink 10">
                <a:extLst>
                  <a:ext uri="{FF2B5EF4-FFF2-40B4-BE49-F238E27FC236}">
                    <a16:creationId xmlns:p14="http://schemas.microsoft.com/office/powerpoint/2010/main" xmlns="" xmlns:a16="http://schemas.microsoft.com/office/drawing/2014/main" id="{393A6BA8-FFC8-B55D-E16F-90421AD8B510}"/>
                  </a:ext>
                </a:extLst>
              </p:cNvPr>
              <p:cNvPicPr/>
              <p:nvPr/>
            </p:nvPicPr>
            <p:blipFill>
              <a:blip r:embed="rId4" cstate="print"/>
              <a:stretch>
                <a:fillRect/>
              </a:stretch>
            </p:blipFill>
            <p:spPr>
              <a:xfrm>
                <a:off x="3086715" y="3155490"/>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9">
            <p14:nvContentPartPr>
              <p14:cNvPr id="12" name="Ink 11">
                <a:extLst>
                  <a:ext uri="{FF2B5EF4-FFF2-40B4-BE49-F238E27FC236}">
                    <a16:creationId xmlns:a16="http://schemas.microsoft.com/office/drawing/2014/main" id="{A11E4A33-80D9-077F-1A82-87C3E55C745E}"/>
                  </a:ext>
                </a:extLst>
              </p14:cNvPr>
              <p14:cNvContentPartPr/>
              <p14:nvPr/>
            </p14:nvContentPartPr>
            <p14:xfrm>
              <a:off x="2787170" y="3717360"/>
              <a:ext cx="270" cy="270"/>
            </p14:xfrm>
          </p:contentPart>
        </mc:Choice>
        <mc:Fallback>
          <p:pic>
            <p:nvPicPr>
              <p:cNvPr id="12" name="Ink 11">
                <a:extLst>
                  <a:ext uri="{FF2B5EF4-FFF2-40B4-BE49-F238E27FC236}">
                    <a16:creationId xmlns:p14="http://schemas.microsoft.com/office/powerpoint/2010/main" xmlns="" xmlns:a16="http://schemas.microsoft.com/office/drawing/2014/main" id="{A11E4A33-80D9-077F-1A82-87C3E55C745E}"/>
                  </a:ext>
                </a:extLst>
              </p:cNvPr>
              <p:cNvPicPr/>
              <p:nvPr/>
            </p:nvPicPr>
            <p:blipFill>
              <a:blip r:embed="rId4" cstate="print"/>
              <a:stretch>
                <a:fillRect/>
              </a:stretch>
            </p:blipFill>
            <p:spPr>
              <a:xfrm>
                <a:off x="2780420" y="3710610"/>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0">
            <p14:nvContentPartPr>
              <p14:cNvPr id="13" name="Ink 12">
                <a:extLst>
                  <a:ext uri="{FF2B5EF4-FFF2-40B4-BE49-F238E27FC236}">
                    <a16:creationId xmlns:a16="http://schemas.microsoft.com/office/drawing/2014/main" id="{6A04DF5D-EBDB-1194-22BC-F5271FF9A7CF}"/>
                  </a:ext>
                </a:extLst>
              </p14:cNvPr>
              <p14:cNvContentPartPr/>
              <p14:nvPr/>
            </p14:nvContentPartPr>
            <p14:xfrm>
              <a:off x="3020450" y="3921750"/>
              <a:ext cx="270" cy="270"/>
            </p14:xfrm>
          </p:contentPart>
        </mc:Choice>
        <mc:Fallback>
          <p:pic>
            <p:nvPicPr>
              <p:cNvPr id="13" name="Ink 12">
                <a:extLst>
                  <a:ext uri="{FF2B5EF4-FFF2-40B4-BE49-F238E27FC236}">
                    <a16:creationId xmlns:p14="http://schemas.microsoft.com/office/powerpoint/2010/main" xmlns="" xmlns:a16="http://schemas.microsoft.com/office/drawing/2014/main" id="{6A04DF5D-EBDB-1194-22BC-F5271FF9A7CF}"/>
                  </a:ext>
                </a:extLst>
              </p:cNvPr>
              <p:cNvPicPr/>
              <p:nvPr/>
            </p:nvPicPr>
            <p:blipFill>
              <a:blip r:embed="rId4" cstate="print"/>
              <a:stretch>
                <a:fillRect/>
              </a:stretch>
            </p:blipFill>
            <p:spPr>
              <a:xfrm>
                <a:off x="3013700" y="3915000"/>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1">
            <p14:nvContentPartPr>
              <p14:cNvPr id="14" name="Ink 13">
                <a:extLst>
                  <a:ext uri="{FF2B5EF4-FFF2-40B4-BE49-F238E27FC236}">
                    <a16:creationId xmlns:a16="http://schemas.microsoft.com/office/drawing/2014/main" id="{E554E0F2-2848-3EBD-3596-23E1C693D6D9}"/>
                  </a:ext>
                </a:extLst>
              </p14:cNvPr>
              <p14:cNvContentPartPr/>
              <p14:nvPr/>
            </p14:nvContentPartPr>
            <p14:xfrm>
              <a:off x="2801210" y="4008420"/>
              <a:ext cx="270" cy="270"/>
            </p14:xfrm>
          </p:contentPart>
        </mc:Choice>
        <mc:Fallback>
          <p:pic>
            <p:nvPicPr>
              <p:cNvPr id="14" name="Ink 13">
                <a:extLst>
                  <a:ext uri="{FF2B5EF4-FFF2-40B4-BE49-F238E27FC236}">
                    <a16:creationId xmlns:p14="http://schemas.microsoft.com/office/powerpoint/2010/main" xmlns="" xmlns:a16="http://schemas.microsoft.com/office/drawing/2014/main" id="{E554E0F2-2848-3EBD-3596-23E1C693D6D9}"/>
                  </a:ext>
                </a:extLst>
              </p:cNvPr>
              <p:cNvPicPr/>
              <p:nvPr/>
            </p:nvPicPr>
            <p:blipFill>
              <a:blip r:embed="rId4" cstate="print"/>
              <a:stretch>
                <a:fillRect/>
              </a:stretch>
            </p:blipFill>
            <p:spPr>
              <a:xfrm>
                <a:off x="2794460" y="4001670"/>
                <a:ext cx="13500" cy="135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4">
            <p14:nvContentPartPr>
              <p14:cNvPr id="16" name="Ink 15">
                <a:extLst>
                  <a:ext uri="{FF2B5EF4-FFF2-40B4-BE49-F238E27FC236}">
                    <a16:creationId xmlns:a16="http://schemas.microsoft.com/office/drawing/2014/main" id="{5B72E8D7-536A-BBF2-C03E-A80D968C15CA}"/>
                  </a:ext>
                </a:extLst>
              </p14:cNvPr>
              <p14:cNvContentPartPr/>
              <p14:nvPr/>
            </p14:nvContentPartPr>
            <p14:xfrm>
              <a:off x="7631510" y="1586250"/>
              <a:ext cx="270" cy="270"/>
            </p14:xfrm>
          </p:contentPart>
        </mc:Choice>
        <mc:Fallback>
          <p:pic>
            <p:nvPicPr>
              <p:cNvPr id="16" name="Ink 15">
                <a:extLst>
                  <a:ext uri="{FF2B5EF4-FFF2-40B4-BE49-F238E27FC236}">
                    <a16:creationId xmlns:p14="http://schemas.microsoft.com/office/powerpoint/2010/main" xmlns="" xmlns:a16="http://schemas.microsoft.com/office/drawing/2014/main" id="{5B72E8D7-536A-BBF2-C03E-A80D968C15CA}"/>
                  </a:ext>
                </a:extLst>
              </p:cNvPr>
              <p:cNvPicPr/>
              <p:nvPr/>
            </p:nvPicPr>
            <p:blipFill>
              <a:blip r:embed="rId15" cstate="print"/>
              <a:stretch>
                <a:fillRect/>
              </a:stretch>
            </p:blipFill>
            <p:spPr>
              <a:xfrm>
                <a:off x="7591010" y="1505250"/>
                <a:ext cx="81000" cy="162000"/>
              </a:xfrm>
              <a:prstGeom prst="rect">
                <a:avLst/>
              </a:prstGeom>
            </p:spPr>
          </p:pic>
        </mc:Fallback>
      </mc:AlternateContent>
      <p:cxnSp>
        <p:nvCxnSpPr>
          <p:cNvPr id="20" name="Straight Arrow Connector 19"/>
          <p:cNvCxnSpPr/>
          <p:nvPr/>
        </p:nvCxnSpPr>
        <p:spPr>
          <a:xfrm rot="10800000" flipV="1">
            <a:off x="7572396" y="5143511"/>
            <a:ext cx="642942" cy="500066"/>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 xmlns:p14="http://schemas.microsoft.com/office/powerpoint/2010/main" val="2620549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DA2045-2E64-C63F-D3A7-BF43ADBDC5AA}"/>
              </a:ext>
            </a:extLst>
          </p:cNvPr>
          <p:cNvSpPr>
            <a:spLocks noGrp="1"/>
          </p:cNvSpPr>
          <p:nvPr>
            <p:ph type="ctrTitle"/>
          </p:nvPr>
        </p:nvSpPr>
        <p:spPr>
          <a:xfrm>
            <a:off x="1143000" y="1028701"/>
            <a:ext cx="6858000" cy="1287698"/>
          </a:xfrm>
        </p:spPr>
        <p:txBody>
          <a:bodyPr>
            <a:noAutofit/>
          </a:bodyPr>
          <a:lstStyle/>
          <a:p>
            <a:r>
              <a:rPr lang="en-IN" sz="4400" dirty="0">
                <a:cs typeface="Times New Roman" panose="02020603050405020304" pitchFamily="18" charset="0"/>
              </a:rPr>
              <a:t>Click on downloaded </a:t>
            </a:r>
            <a:br>
              <a:rPr lang="en-IN" sz="4400" dirty="0">
                <a:cs typeface="Times New Roman" panose="02020603050405020304" pitchFamily="18" charset="0"/>
              </a:rPr>
            </a:br>
            <a:r>
              <a:rPr lang="en-IN" sz="4400" dirty="0">
                <a:cs typeface="Times New Roman" panose="02020603050405020304" pitchFamily="18" charset="0"/>
              </a:rPr>
              <a:t>Docker Desktop Installer.exe </a:t>
            </a:r>
            <a:endParaRPr lang="en-US" sz="4400" dirty="0">
              <a:cs typeface="Times New Roman" panose="02020603050405020304" pitchFamily="18" charset="0"/>
            </a:endParaRPr>
          </a:p>
        </p:txBody>
      </p:sp>
      <p:pic>
        <p:nvPicPr>
          <p:cNvPr id="5" name="Picture 4">
            <a:extLst>
              <a:ext uri="{FF2B5EF4-FFF2-40B4-BE49-F238E27FC236}">
                <a16:creationId xmlns="" xmlns:a16="http://schemas.microsoft.com/office/drawing/2014/main" id="{3D7812B5-5D84-8860-31A8-FA71A27262A2}"/>
              </a:ext>
            </a:extLst>
          </p:cNvPr>
          <p:cNvPicPr>
            <a:picLocks noChangeAspect="1"/>
          </p:cNvPicPr>
          <p:nvPr/>
        </p:nvPicPr>
        <p:blipFill>
          <a:blip r:embed="rId2" cstate="print"/>
          <a:stretch>
            <a:fillRect/>
          </a:stretch>
        </p:blipFill>
        <p:spPr>
          <a:xfrm>
            <a:off x="447797" y="2724961"/>
            <a:ext cx="8161182" cy="2894645"/>
          </a:xfrm>
          <a:prstGeom prst="rect">
            <a:avLst/>
          </a:prstGeom>
        </p:spPr>
      </p:pic>
      <mc:AlternateContent xmlns:mc="http://schemas.openxmlformats.org/markup-compatibility/2006">
        <mc:Choice xmlns="" xmlns:p14="http://schemas.microsoft.com/office/powerpoint/2010/main" Requires="p14">
          <p:contentPart p14:bwMode="auto" r:id="rId3">
            <p14:nvContentPartPr>
              <p14:cNvPr id="3" name="Ink 2">
                <a:extLst>
                  <a:ext uri="{FF2B5EF4-FFF2-40B4-BE49-F238E27FC236}">
                    <a16:creationId xmlns:a16="http://schemas.microsoft.com/office/drawing/2014/main" id="{1A51E3E8-7943-041A-D7E8-BDB21D7C9DC5}"/>
                  </a:ext>
                </a:extLst>
              </p14:cNvPr>
              <p14:cNvContentPartPr/>
              <p14:nvPr/>
            </p14:nvContentPartPr>
            <p14:xfrm>
              <a:off x="3691400" y="1820610"/>
              <a:ext cx="270" cy="270"/>
            </p14:xfrm>
          </p:contentPart>
        </mc:Choice>
        <mc:Fallback>
          <p:pic>
            <p:nvPicPr>
              <p:cNvPr id="3" name="Ink 2">
                <a:extLst>
                  <a:ext uri="{FF2B5EF4-FFF2-40B4-BE49-F238E27FC236}">
                    <a16:creationId xmlns:p14="http://schemas.microsoft.com/office/powerpoint/2010/main" xmlns="" xmlns:a16="http://schemas.microsoft.com/office/drawing/2014/main" id="{1A51E3E8-7943-041A-D7E8-BDB21D7C9DC5}"/>
                  </a:ext>
                </a:extLst>
              </p:cNvPr>
              <p:cNvPicPr/>
              <p:nvPr/>
            </p:nvPicPr>
            <p:blipFill>
              <a:blip r:embed="rId4" cstate="print"/>
              <a:stretch>
                <a:fillRect/>
              </a:stretch>
            </p:blipFill>
            <p:spPr>
              <a:xfrm>
                <a:off x="3684650" y="1813860"/>
                <a:ext cx="13500" cy="13500"/>
              </a:xfrm>
              <a:prstGeom prst="rect">
                <a:avLst/>
              </a:prstGeom>
            </p:spPr>
          </p:pic>
        </mc:Fallback>
      </mc:AlternateContent>
    </p:spTree>
    <p:extLst>
      <p:ext uri="{BB962C8B-B14F-4D97-AF65-F5344CB8AC3E}">
        <p14:creationId xmlns="" xmlns:p14="http://schemas.microsoft.com/office/powerpoint/2010/main" val="42629375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DA2045-2E64-C63F-D3A7-BF43ADBDC5AA}"/>
              </a:ext>
            </a:extLst>
          </p:cNvPr>
          <p:cNvSpPr>
            <a:spLocks noGrp="1"/>
          </p:cNvSpPr>
          <p:nvPr>
            <p:ph type="ctrTitle"/>
          </p:nvPr>
        </p:nvSpPr>
        <p:spPr>
          <a:xfrm>
            <a:off x="1143000" y="475799"/>
            <a:ext cx="6858000" cy="657224"/>
          </a:xfrm>
        </p:spPr>
        <p:txBody>
          <a:bodyPr>
            <a:noAutofit/>
          </a:bodyPr>
          <a:lstStyle/>
          <a:p>
            <a:r>
              <a:rPr lang="en-IN" sz="4400" dirty="0">
                <a:cs typeface="Times New Roman" panose="02020603050405020304" pitchFamily="18" charset="0"/>
              </a:rPr>
              <a:t>It shows docker packaging</a:t>
            </a:r>
            <a:endParaRPr lang="en-US" sz="4400" dirty="0">
              <a:cs typeface="Times New Roman" panose="02020603050405020304" pitchFamily="18" charset="0"/>
            </a:endParaRPr>
          </a:p>
        </p:txBody>
      </p:sp>
      <p:sp>
        <p:nvSpPr>
          <p:cNvPr id="3" name="Subtitle 2">
            <a:extLst>
              <a:ext uri="{FF2B5EF4-FFF2-40B4-BE49-F238E27FC236}">
                <a16:creationId xmlns="" xmlns:a16="http://schemas.microsoft.com/office/drawing/2014/main" id="{23F67AAB-9CB4-6D06-70A0-06A7F47D6B8F}"/>
              </a:ext>
            </a:extLst>
          </p:cNvPr>
          <p:cNvSpPr>
            <a:spLocks noGrp="1"/>
          </p:cNvSpPr>
          <p:nvPr>
            <p:ph type="subTitle" idx="1"/>
          </p:nvPr>
        </p:nvSpPr>
        <p:spPr>
          <a:xfrm>
            <a:off x="276225" y="1762125"/>
            <a:ext cx="8524875" cy="4148389"/>
          </a:xfrm>
        </p:spPr>
        <p:txBody>
          <a:bodyPr>
            <a:normAutofit/>
          </a:bodyPr>
          <a:lstStyle/>
          <a:p>
            <a:endParaRPr lang="en-IN" sz="2100" dirty="0">
              <a:latin typeface="Times New Roman" panose="02020603050405020304" pitchFamily="18" charset="0"/>
              <a:cs typeface="Times New Roman" panose="02020603050405020304" pitchFamily="18" charset="0"/>
            </a:endParaRPr>
          </a:p>
          <a:p>
            <a:endParaRPr lang="en-US" sz="21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99544595-4A73-A212-1E03-745996CE9696}"/>
              </a:ext>
            </a:extLst>
          </p:cNvPr>
          <p:cNvPicPr>
            <a:picLocks noChangeAspect="1"/>
          </p:cNvPicPr>
          <p:nvPr/>
        </p:nvPicPr>
        <p:blipFill>
          <a:blip r:embed="rId2" cstate="print"/>
          <a:stretch>
            <a:fillRect/>
          </a:stretch>
        </p:blipFill>
        <p:spPr>
          <a:xfrm>
            <a:off x="438815" y="1807333"/>
            <a:ext cx="8213937" cy="1447372"/>
          </a:xfrm>
          <a:prstGeom prst="rect">
            <a:avLst/>
          </a:prstGeom>
        </p:spPr>
      </p:pic>
      <p:pic>
        <p:nvPicPr>
          <p:cNvPr id="9" name="Picture 8">
            <a:extLst>
              <a:ext uri="{FF2B5EF4-FFF2-40B4-BE49-F238E27FC236}">
                <a16:creationId xmlns="" xmlns:a16="http://schemas.microsoft.com/office/drawing/2014/main" id="{C84DFBFE-DD7F-B1D2-4ACF-78AE28594C3B}"/>
              </a:ext>
            </a:extLst>
          </p:cNvPr>
          <p:cNvPicPr>
            <a:picLocks noChangeAspect="1"/>
          </p:cNvPicPr>
          <p:nvPr/>
        </p:nvPicPr>
        <p:blipFill>
          <a:blip r:embed="rId3" cstate="print"/>
          <a:stretch>
            <a:fillRect/>
          </a:stretch>
        </p:blipFill>
        <p:spPr>
          <a:xfrm>
            <a:off x="438815" y="4212460"/>
            <a:ext cx="8336885" cy="2456990"/>
          </a:xfrm>
          <a:prstGeom prst="rect">
            <a:avLst/>
          </a:prstGeom>
        </p:spPr>
      </p:pic>
      <p:sp>
        <p:nvSpPr>
          <p:cNvPr id="10" name="Title 1">
            <a:extLst>
              <a:ext uri="{FF2B5EF4-FFF2-40B4-BE49-F238E27FC236}">
                <a16:creationId xmlns="" xmlns:a16="http://schemas.microsoft.com/office/drawing/2014/main" id="{2C7B3FA6-C11B-D63E-F671-C7173CCCC967}"/>
              </a:ext>
            </a:extLst>
          </p:cNvPr>
          <p:cNvSpPr txBox="1">
            <a:spLocks/>
          </p:cNvSpPr>
          <p:nvPr/>
        </p:nvSpPr>
        <p:spPr>
          <a:xfrm>
            <a:off x="276225" y="3215539"/>
            <a:ext cx="8376528" cy="657224"/>
          </a:xfrm>
          <a:prstGeom prst="rect">
            <a:avLst/>
          </a:prstGeom>
        </p:spPr>
        <p:txBody>
          <a:bodyPr vert="horz" lIns="68580" tIns="34290" rIns="68580" bIns="3429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000" dirty="0">
                <a:latin typeface="Times New Roman" panose="02020603050405020304" pitchFamily="18" charset="0"/>
                <a:cs typeface="Times New Roman" panose="02020603050405020304" pitchFamily="18" charset="0"/>
              </a:rPr>
              <a:t>The below window will not appear if WSL2 already enabled</a:t>
            </a: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85893017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23F67AAB-9CB4-6D06-70A0-06A7F47D6B8F}"/>
              </a:ext>
            </a:extLst>
          </p:cNvPr>
          <p:cNvSpPr>
            <a:spLocks noGrp="1"/>
          </p:cNvSpPr>
          <p:nvPr>
            <p:ph type="subTitle" idx="1"/>
          </p:nvPr>
        </p:nvSpPr>
        <p:spPr>
          <a:xfrm>
            <a:off x="276225" y="1762125"/>
            <a:ext cx="8524875" cy="4148389"/>
          </a:xfrm>
        </p:spPr>
        <p:txBody>
          <a:bodyPr>
            <a:normAutofit/>
          </a:bodyPr>
          <a:lstStyle/>
          <a:p>
            <a:endParaRPr lang="en-US" sz="21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2CF7B94C-A654-D3E2-79BE-86978B82CB3B}"/>
              </a:ext>
            </a:extLst>
          </p:cNvPr>
          <p:cNvPicPr>
            <a:picLocks noChangeAspect="1"/>
          </p:cNvPicPr>
          <p:nvPr/>
        </p:nvPicPr>
        <p:blipFill>
          <a:blip r:embed="rId2" cstate="print"/>
          <a:stretch>
            <a:fillRect/>
          </a:stretch>
        </p:blipFill>
        <p:spPr>
          <a:xfrm>
            <a:off x="276224" y="764630"/>
            <a:ext cx="8591551" cy="5544770"/>
          </a:xfrm>
          <a:prstGeom prst="rect">
            <a:avLst/>
          </a:prstGeom>
        </p:spPr>
      </p:pic>
    </p:spTree>
    <p:extLst>
      <p:ext uri="{BB962C8B-B14F-4D97-AF65-F5344CB8AC3E}">
        <p14:creationId xmlns="" xmlns:p14="http://schemas.microsoft.com/office/powerpoint/2010/main" val="29364968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34F203-34BD-12FB-935D-814E4DC972CF}"/>
              </a:ext>
            </a:extLst>
          </p:cNvPr>
          <p:cNvSpPr>
            <a:spLocks noGrp="1"/>
          </p:cNvSpPr>
          <p:nvPr>
            <p:ph type="title"/>
          </p:nvPr>
        </p:nvSpPr>
        <p:spPr>
          <a:xfrm>
            <a:off x="628650" y="620610"/>
            <a:ext cx="7886700" cy="2069306"/>
          </a:xfrm>
        </p:spPr>
        <p:txBody>
          <a:bodyPr>
            <a:normAutofit fontScale="90000"/>
          </a:bodyPr>
          <a:lstStyle/>
          <a:p>
            <a:r>
              <a:rPr lang="en-IN" sz="4000" dirty="0"/>
              <a:t>If you want to install , first type (install WSL)</a:t>
            </a:r>
            <a:br>
              <a:rPr lang="en-IN" sz="4000" dirty="0"/>
            </a:br>
            <a:r>
              <a:rPr lang="en-IN" sz="4000" dirty="0"/>
              <a:t>then click on </a:t>
            </a:r>
            <a:r>
              <a:rPr lang="en-IN" sz="4000" b="0" i="0" u="sng" dirty="0">
                <a:solidFill>
                  <a:srgbClr val="1A0DAB"/>
                </a:solidFill>
                <a:effectLst/>
                <a:hlinkClick r:id="rId2"/>
              </a:rPr>
              <a:t>Manual installation steps for older versions of WSL - Microsoft ...</a:t>
            </a:r>
            <a:r>
              <a:rPr lang="en-IN" b="0" i="0" u="sng" dirty="0">
                <a:solidFill>
                  <a:srgbClr val="1A0DAB"/>
                </a:solidFill>
                <a:effectLst/>
                <a:latin typeface="arial" panose="020B0604020202020204" pitchFamily="34" charset="0"/>
              </a:rPr>
              <a:t/>
            </a:r>
            <a:br>
              <a:rPr lang="en-IN" b="0" i="0" u="sng" dirty="0">
                <a:solidFill>
                  <a:srgbClr val="1A0DAB"/>
                </a:solidFill>
                <a:effectLst/>
                <a:latin typeface="arial" panose="020B0604020202020204" pitchFamily="34" charset="0"/>
              </a:rPr>
            </a:br>
            <a:endParaRPr lang="en-US" dirty="0"/>
          </a:p>
        </p:txBody>
      </p:sp>
      <p:pic>
        <p:nvPicPr>
          <p:cNvPr id="9" name="Picture 8">
            <a:extLst>
              <a:ext uri="{FF2B5EF4-FFF2-40B4-BE49-F238E27FC236}">
                <a16:creationId xmlns="" xmlns:a16="http://schemas.microsoft.com/office/drawing/2014/main" id="{7E21503A-9ACE-9294-217B-2FCECDF7ABD0}"/>
              </a:ext>
            </a:extLst>
          </p:cNvPr>
          <p:cNvPicPr>
            <a:picLocks noChangeAspect="1"/>
          </p:cNvPicPr>
          <p:nvPr/>
        </p:nvPicPr>
        <p:blipFill>
          <a:blip r:embed="rId3" cstate="print"/>
          <a:stretch>
            <a:fillRect/>
          </a:stretch>
        </p:blipFill>
        <p:spPr>
          <a:xfrm>
            <a:off x="604634" y="2914650"/>
            <a:ext cx="7980566" cy="3943350"/>
          </a:xfrm>
          <a:prstGeom prst="rect">
            <a:avLst/>
          </a:prstGeom>
        </p:spPr>
      </p:pic>
    </p:spTree>
    <p:extLst>
      <p:ext uri="{BB962C8B-B14F-4D97-AF65-F5344CB8AC3E}">
        <p14:creationId xmlns="" xmlns:p14="http://schemas.microsoft.com/office/powerpoint/2010/main" val="12494595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AA3F83-A693-40B5-2DD1-830A19583540}"/>
              </a:ext>
            </a:extLst>
          </p:cNvPr>
          <p:cNvSpPr>
            <a:spLocks noGrp="1"/>
          </p:cNvSpPr>
          <p:nvPr>
            <p:ph type="title"/>
          </p:nvPr>
        </p:nvSpPr>
        <p:spPr>
          <a:xfrm>
            <a:off x="611450" y="764630"/>
            <a:ext cx="8229600" cy="1143000"/>
          </a:xfrm>
        </p:spPr>
        <p:txBody>
          <a:bodyPr>
            <a:normAutofit fontScale="90000"/>
          </a:bodyPr>
          <a:lstStyle/>
          <a:p>
            <a:r>
              <a:rPr lang="en-IN" sz="4400" dirty="0"/>
              <a:t>Download </a:t>
            </a:r>
            <a:r>
              <a:rPr lang="en-US" sz="4400" b="0" i="0" strike="noStrike" dirty="0">
                <a:effectLst/>
                <a:hlinkClick r:id="rId2">
                  <a:extLst>
                    <a:ext uri="{A12FA001-AC4F-418D-AE19-62706E023703}">
                      <ahyp:hlinkClr xmlns="" xmlns:ahyp="http://schemas.microsoft.com/office/drawing/2018/hyperlinkcolor" val="tx"/>
                    </a:ext>
                  </a:extLst>
                </a:hlinkClick>
              </a:rPr>
              <a:t>WSL2 Linux kernel update package for x64 machines</a:t>
            </a:r>
            <a:r>
              <a:rPr lang="en-US" sz="4400" b="0" i="0" strike="noStrike" dirty="0">
                <a:effectLst/>
              </a:rPr>
              <a:t> and install</a:t>
            </a:r>
            <a:r>
              <a:rPr lang="en-US" b="0" i="0" dirty="0">
                <a:solidFill>
                  <a:srgbClr val="171717"/>
                </a:solidFill>
                <a:effectLst/>
                <a:latin typeface="Segoe UI" panose="020B0502040204020203" pitchFamily="34" charset="0"/>
              </a:rPr>
              <a:t/>
            </a:r>
            <a:br>
              <a:rPr lang="en-US" b="0" i="0" dirty="0">
                <a:solidFill>
                  <a:srgbClr val="171717"/>
                </a:solidFill>
                <a:effectLst/>
                <a:latin typeface="Segoe UI" panose="020B0502040204020203" pitchFamily="34" charset="0"/>
              </a:rPr>
            </a:br>
            <a:endParaRPr lang="en-US" dirty="0"/>
          </a:p>
        </p:txBody>
      </p:sp>
      <p:pic>
        <p:nvPicPr>
          <p:cNvPr id="7" name="Content Placeholder 6">
            <a:extLst>
              <a:ext uri="{FF2B5EF4-FFF2-40B4-BE49-F238E27FC236}">
                <a16:creationId xmlns="" xmlns:a16="http://schemas.microsoft.com/office/drawing/2014/main" id="{E348F5CC-58DE-B00B-2EE4-9B805110948B}"/>
              </a:ext>
            </a:extLst>
          </p:cNvPr>
          <p:cNvPicPr>
            <a:picLocks noGrp="1" noChangeAspect="1"/>
          </p:cNvPicPr>
          <p:nvPr>
            <p:ph idx="1"/>
          </p:nvPr>
        </p:nvPicPr>
        <p:blipFill>
          <a:blip r:embed="rId3" cstate="print"/>
          <a:stretch>
            <a:fillRect/>
          </a:stretch>
        </p:blipFill>
        <p:spPr>
          <a:xfrm>
            <a:off x="474090" y="2276840"/>
            <a:ext cx="8562530" cy="4351338"/>
          </a:xfrm>
        </p:spPr>
      </p:pic>
    </p:spTree>
    <p:extLst>
      <p:ext uri="{BB962C8B-B14F-4D97-AF65-F5344CB8AC3E}">
        <p14:creationId xmlns="" xmlns:p14="http://schemas.microsoft.com/office/powerpoint/2010/main" val="65073220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DA2045-2E64-C63F-D3A7-BF43ADBDC5AA}"/>
              </a:ext>
            </a:extLst>
          </p:cNvPr>
          <p:cNvSpPr>
            <a:spLocks noGrp="1"/>
          </p:cNvSpPr>
          <p:nvPr>
            <p:ph type="ctrTitle"/>
          </p:nvPr>
        </p:nvSpPr>
        <p:spPr>
          <a:xfrm>
            <a:off x="611450" y="772062"/>
            <a:ext cx="7417030" cy="657224"/>
          </a:xfrm>
        </p:spPr>
        <p:txBody>
          <a:bodyPr>
            <a:noAutofit/>
          </a:bodyPr>
          <a:lstStyle/>
          <a:p>
            <a:r>
              <a:rPr lang="en-IN" sz="4400" dirty="0">
                <a:cs typeface="Times New Roman" panose="02020603050405020304" pitchFamily="18" charset="0"/>
              </a:rPr>
              <a:t>Next Displays </a:t>
            </a:r>
            <a:endParaRPr lang="en-US" sz="4400" dirty="0">
              <a:cs typeface="Times New Roman" panose="02020603050405020304" pitchFamily="18" charset="0"/>
            </a:endParaRPr>
          </a:p>
        </p:txBody>
      </p:sp>
      <p:sp>
        <p:nvSpPr>
          <p:cNvPr id="3" name="Subtitle 2">
            <a:extLst>
              <a:ext uri="{FF2B5EF4-FFF2-40B4-BE49-F238E27FC236}">
                <a16:creationId xmlns="" xmlns:a16="http://schemas.microsoft.com/office/drawing/2014/main" id="{23F67AAB-9CB4-6D06-70A0-06A7F47D6B8F}"/>
              </a:ext>
            </a:extLst>
          </p:cNvPr>
          <p:cNvSpPr>
            <a:spLocks noGrp="1"/>
          </p:cNvSpPr>
          <p:nvPr>
            <p:ph type="subTitle" idx="1"/>
          </p:nvPr>
        </p:nvSpPr>
        <p:spPr>
          <a:xfrm>
            <a:off x="276225" y="1762125"/>
            <a:ext cx="8524875" cy="4148389"/>
          </a:xfrm>
        </p:spPr>
        <p:txBody>
          <a:bodyPr>
            <a:normAutofit/>
          </a:bodyPr>
          <a:lstStyle/>
          <a:p>
            <a:endParaRPr lang="en-US" sz="21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68F9BB8F-DF48-7F7B-C66E-1360F3D3A9B2}"/>
              </a:ext>
            </a:extLst>
          </p:cNvPr>
          <p:cNvPicPr>
            <a:picLocks noChangeAspect="1"/>
          </p:cNvPicPr>
          <p:nvPr/>
        </p:nvPicPr>
        <p:blipFill>
          <a:blip r:embed="rId2" cstate="print"/>
          <a:stretch>
            <a:fillRect/>
          </a:stretch>
        </p:blipFill>
        <p:spPr>
          <a:xfrm>
            <a:off x="301050" y="1767460"/>
            <a:ext cx="8591550" cy="4685960"/>
          </a:xfrm>
          <a:prstGeom prst="rect">
            <a:avLst/>
          </a:prstGeom>
        </p:spPr>
      </p:pic>
    </p:spTree>
    <p:extLst>
      <p:ext uri="{BB962C8B-B14F-4D97-AF65-F5344CB8AC3E}">
        <p14:creationId xmlns="" xmlns:p14="http://schemas.microsoft.com/office/powerpoint/2010/main" val="11241522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DA2045-2E64-C63F-D3A7-BF43ADBDC5AA}"/>
              </a:ext>
            </a:extLst>
          </p:cNvPr>
          <p:cNvSpPr>
            <a:spLocks noGrp="1"/>
          </p:cNvSpPr>
          <p:nvPr>
            <p:ph type="ctrTitle"/>
          </p:nvPr>
        </p:nvSpPr>
        <p:spPr>
          <a:xfrm>
            <a:off x="365166" y="892794"/>
            <a:ext cx="8527434" cy="657224"/>
          </a:xfrm>
        </p:spPr>
        <p:txBody>
          <a:bodyPr>
            <a:noAutofit/>
          </a:bodyPr>
          <a:lstStyle/>
          <a:p>
            <a:pPr algn="just"/>
            <a:r>
              <a:rPr lang="en-IN" sz="4400" dirty="0">
                <a:cs typeface="Times New Roman" panose="02020603050405020304" pitchFamily="18" charset="0"/>
              </a:rPr>
              <a:t>Now Clicking Docker on a desktop must display these images</a:t>
            </a:r>
            <a:endParaRPr lang="en-US" sz="4400" dirty="0">
              <a:cs typeface="Times New Roman" panose="02020603050405020304" pitchFamily="18" charset="0"/>
            </a:endParaRPr>
          </a:p>
        </p:txBody>
      </p:sp>
      <p:pic>
        <p:nvPicPr>
          <p:cNvPr id="5" name="Picture 4">
            <a:extLst>
              <a:ext uri="{FF2B5EF4-FFF2-40B4-BE49-F238E27FC236}">
                <a16:creationId xmlns="" xmlns:a16="http://schemas.microsoft.com/office/drawing/2014/main" id="{E8BAC1D0-BB7E-0CD6-8F4E-0B1FB268403D}"/>
              </a:ext>
            </a:extLst>
          </p:cNvPr>
          <p:cNvPicPr>
            <a:picLocks noChangeAspect="1"/>
          </p:cNvPicPr>
          <p:nvPr/>
        </p:nvPicPr>
        <p:blipFill>
          <a:blip r:embed="rId2" cstate="print"/>
          <a:stretch>
            <a:fillRect/>
          </a:stretch>
        </p:blipFill>
        <p:spPr>
          <a:xfrm>
            <a:off x="166795" y="1772771"/>
            <a:ext cx="8797815" cy="4896679"/>
          </a:xfrm>
          <a:prstGeom prst="rect">
            <a:avLst/>
          </a:prstGeom>
        </p:spPr>
      </p:pic>
    </p:spTree>
    <p:extLst>
      <p:ext uri="{BB962C8B-B14F-4D97-AF65-F5344CB8AC3E}">
        <p14:creationId xmlns="" xmlns:p14="http://schemas.microsoft.com/office/powerpoint/2010/main" val="18283045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DA2045-2E64-C63F-D3A7-BF43ADBDC5AA}"/>
              </a:ext>
            </a:extLst>
          </p:cNvPr>
          <p:cNvSpPr>
            <a:spLocks noGrp="1"/>
          </p:cNvSpPr>
          <p:nvPr>
            <p:ph type="ctrTitle"/>
          </p:nvPr>
        </p:nvSpPr>
        <p:spPr>
          <a:xfrm>
            <a:off x="271515" y="986110"/>
            <a:ext cx="8524874" cy="1146710"/>
          </a:xfrm>
        </p:spPr>
        <p:txBody>
          <a:bodyPr>
            <a:noAutofit/>
          </a:bodyPr>
          <a:lstStyle/>
          <a:p>
            <a:pPr algn="l"/>
            <a:r>
              <a:rPr lang="en-IN" sz="3200" dirty="0">
                <a:cs typeface="Times New Roman" panose="02020603050405020304" pitchFamily="18" charset="0"/>
              </a:rPr>
              <a:t>To check docker has been installed correctly type </a:t>
            </a:r>
            <a:br>
              <a:rPr lang="en-IN" sz="3200" dirty="0">
                <a:cs typeface="Times New Roman" panose="02020603050405020304" pitchFamily="18" charset="0"/>
              </a:rPr>
            </a:br>
            <a:r>
              <a:rPr lang="en-IN" sz="3200" dirty="0">
                <a:cs typeface="Times New Roman" panose="02020603050405020304" pitchFamily="18" charset="0"/>
              </a:rPr>
              <a:t>(docker version in command prompt). </a:t>
            </a:r>
            <a:br>
              <a:rPr lang="en-IN" sz="3200" dirty="0">
                <a:cs typeface="Times New Roman" panose="02020603050405020304" pitchFamily="18" charset="0"/>
              </a:rPr>
            </a:br>
            <a:r>
              <a:rPr lang="en-IN" sz="3200" dirty="0">
                <a:cs typeface="Times New Roman" panose="02020603050405020304" pitchFamily="18" charset="0"/>
              </a:rPr>
              <a:t>It should show both client(windows) and server(</a:t>
            </a:r>
            <a:r>
              <a:rPr lang="en-IN" sz="3200" dirty="0" err="1">
                <a:cs typeface="Times New Roman" panose="02020603050405020304" pitchFamily="18" charset="0"/>
              </a:rPr>
              <a:t>linux</a:t>
            </a:r>
            <a:r>
              <a:rPr lang="en-IN" sz="3200" dirty="0">
                <a:cs typeface="Times New Roman" panose="02020603050405020304" pitchFamily="18" charset="0"/>
              </a:rPr>
              <a:t>)</a:t>
            </a:r>
            <a:endParaRPr lang="en-US" sz="3200" dirty="0">
              <a:cs typeface="Times New Roman" panose="02020603050405020304" pitchFamily="18" charset="0"/>
            </a:endParaRPr>
          </a:p>
        </p:txBody>
      </p:sp>
      <p:pic>
        <p:nvPicPr>
          <p:cNvPr id="5" name="Picture 4">
            <a:extLst>
              <a:ext uri="{FF2B5EF4-FFF2-40B4-BE49-F238E27FC236}">
                <a16:creationId xmlns="" xmlns:a16="http://schemas.microsoft.com/office/drawing/2014/main" id="{6FCF2B44-5694-0E49-065E-0B4272A97399}"/>
              </a:ext>
            </a:extLst>
          </p:cNvPr>
          <p:cNvPicPr>
            <a:picLocks noChangeAspect="1"/>
          </p:cNvPicPr>
          <p:nvPr/>
        </p:nvPicPr>
        <p:blipFill>
          <a:blip r:embed="rId2" cstate="print"/>
          <a:stretch>
            <a:fillRect/>
          </a:stretch>
        </p:blipFill>
        <p:spPr>
          <a:xfrm>
            <a:off x="276224" y="2287216"/>
            <a:ext cx="8613775" cy="4454244"/>
          </a:xfrm>
          <a:prstGeom prst="rect">
            <a:avLst/>
          </a:prstGeom>
        </p:spPr>
      </p:pic>
    </p:spTree>
    <p:extLst>
      <p:ext uri="{BB962C8B-B14F-4D97-AF65-F5344CB8AC3E}">
        <p14:creationId xmlns="" xmlns:p14="http://schemas.microsoft.com/office/powerpoint/2010/main" val="178009439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5737234-A0FB-F4A8-6796-58A61671F7BA}"/>
              </a:ext>
            </a:extLst>
          </p:cNvPr>
          <p:cNvSpPr>
            <a:spLocks noGrp="1"/>
          </p:cNvSpPr>
          <p:nvPr>
            <p:ph type="title"/>
          </p:nvPr>
        </p:nvSpPr>
        <p:spPr/>
        <p:txBody>
          <a:bodyPr>
            <a:normAutofit/>
          </a:bodyPr>
          <a:lstStyle/>
          <a:p>
            <a:r>
              <a:rPr lang="en-IN" dirty="0"/>
              <a:t> </a:t>
            </a:r>
            <a:r>
              <a:rPr lang="en-IN" sz="4400" dirty="0"/>
              <a:t>Docker CLI</a:t>
            </a:r>
            <a:endParaRPr lang="en-US" sz="4400" dirty="0"/>
          </a:p>
        </p:txBody>
      </p:sp>
      <p:sp>
        <p:nvSpPr>
          <p:cNvPr id="3" name="Content Placeholder 2">
            <a:extLst>
              <a:ext uri="{FF2B5EF4-FFF2-40B4-BE49-F238E27FC236}">
                <a16:creationId xmlns="" xmlns:a16="http://schemas.microsoft.com/office/drawing/2014/main" id="{109CA1B3-821C-D7E1-8D61-E262379D5B81}"/>
              </a:ext>
            </a:extLst>
          </p:cNvPr>
          <p:cNvSpPr>
            <a:spLocks noGrp="1"/>
          </p:cNvSpPr>
          <p:nvPr>
            <p:ph idx="1"/>
          </p:nvPr>
        </p:nvSpPr>
        <p:spPr>
          <a:xfrm>
            <a:off x="457200" y="1988800"/>
            <a:ext cx="8229600" cy="4594562"/>
          </a:xfrm>
        </p:spPr>
        <p:txBody>
          <a:bodyPr>
            <a:normAutofit/>
          </a:bodyPr>
          <a:lstStyle/>
          <a:p>
            <a:r>
              <a:rPr lang="en-IN" sz="2400" dirty="0"/>
              <a:t>You can distribute your software or application in either Linux, Windows or MAC and can run it on dockers</a:t>
            </a:r>
          </a:p>
          <a:p>
            <a:pPr marL="0" indent="0">
              <a:buNone/>
            </a:pPr>
            <a:endParaRPr lang="en-IN" sz="2400" dirty="0"/>
          </a:p>
          <a:p>
            <a:r>
              <a:rPr lang="en-US" sz="2800" dirty="0">
                <a:solidFill>
                  <a:srgbClr val="C00000"/>
                </a:solidFill>
              </a:rPr>
              <a:t>$ docker --version</a:t>
            </a:r>
          </a:p>
          <a:p>
            <a:pPr marL="0" indent="0">
              <a:buNone/>
            </a:pPr>
            <a:r>
              <a:rPr lang="en-US" sz="2400" dirty="0"/>
              <a:t>       displays the version of the docker</a:t>
            </a:r>
          </a:p>
          <a:p>
            <a:pPr marL="0" indent="0">
              <a:buNone/>
            </a:pPr>
            <a:endParaRPr lang="en-US" sz="3200" dirty="0"/>
          </a:p>
          <a:p>
            <a:pPr marL="0" indent="0">
              <a:buNone/>
            </a:pPr>
            <a:endParaRPr lang="en-US" sz="3200" dirty="0"/>
          </a:p>
          <a:p>
            <a:pPr marL="0" indent="0">
              <a:buNone/>
            </a:pPr>
            <a:endParaRPr lang="en-US" sz="3200" dirty="0"/>
          </a:p>
          <a:p>
            <a:pPr marL="0" indent="0">
              <a:buNone/>
            </a:pPr>
            <a:endParaRPr lang="en-US" sz="3200" dirty="0"/>
          </a:p>
          <a:p>
            <a:pPr marL="0" indent="0">
              <a:buNone/>
            </a:pPr>
            <a:endParaRPr lang="en-US" sz="3200" dirty="0"/>
          </a:p>
          <a:p>
            <a:pPr marL="0" indent="0">
              <a:buNone/>
            </a:pPr>
            <a:endParaRPr lang="en-US" sz="3200" dirty="0"/>
          </a:p>
          <a:p>
            <a:pPr marL="0" indent="0">
              <a:buNone/>
            </a:pPr>
            <a:endParaRPr lang="en-US" dirty="0"/>
          </a:p>
        </p:txBody>
      </p:sp>
      <p:pic>
        <p:nvPicPr>
          <p:cNvPr id="5" name="Picture 4">
            <a:extLst>
              <a:ext uri="{FF2B5EF4-FFF2-40B4-BE49-F238E27FC236}">
                <a16:creationId xmlns="" xmlns:a16="http://schemas.microsoft.com/office/drawing/2014/main" id="{0AE1D26E-00B3-A348-4892-A0EACAC2B12B}"/>
              </a:ext>
            </a:extLst>
          </p:cNvPr>
          <p:cNvPicPr>
            <a:picLocks noChangeAspect="1"/>
          </p:cNvPicPr>
          <p:nvPr/>
        </p:nvPicPr>
        <p:blipFill>
          <a:blip r:embed="rId2" cstate="print"/>
          <a:stretch>
            <a:fillRect/>
          </a:stretch>
        </p:blipFill>
        <p:spPr>
          <a:xfrm>
            <a:off x="477370" y="4863671"/>
            <a:ext cx="7787310" cy="1595278"/>
          </a:xfrm>
          <a:prstGeom prst="rect">
            <a:avLst/>
          </a:prstGeom>
        </p:spPr>
      </p:pic>
    </p:spTree>
    <p:extLst>
      <p:ext uri="{BB962C8B-B14F-4D97-AF65-F5344CB8AC3E}">
        <p14:creationId xmlns="" xmlns:p14="http://schemas.microsoft.com/office/powerpoint/2010/main" val="17735730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D66724B-D4DA-4382-90FC-E5458C51B1F1}"/>
              </a:ext>
            </a:extLst>
          </p:cNvPr>
          <p:cNvSpPr>
            <a:spLocks noGrp="1"/>
          </p:cNvSpPr>
          <p:nvPr>
            <p:ph idx="1"/>
          </p:nvPr>
        </p:nvSpPr>
        <p:spPr>
          <a:xfrm>
            <a:off x="368300" y="548600"/>
            <a:ext cx="8668320" cy="5334531"/>
          </a:xfrm>
        </p:spPr>
        <p:txBody>
          <a:bodyPr/>
          <a:lstStyle/>
          <a:p>
            <a:r>
              <a:rPr lang="en-US" sz="2800" dirty="0">
                <a:solidFill>
                  <a:srgbClr val="C00000"/>
                </a:solidFill>
              </a:rPr>
              <a:t>$ docker version</a:t>
            </a:r>
          </a:p>
          <a:p>
            <a:pPr marL="0" indent="0">
              <a:buNone/>
            </a:pPr>
            <a:r>
              <a:rPr lang="en-US" dirty="0"/>
              <a:t>       </a:t>
            </a:r>
            <a:r>
              <a:rPr lang="en-IN" sz="2400" dirty="0">
                <a:cs typeface="Times New Roman" panose="02020603050405020304" pitchFamily="18" charset="0"/>
              </a:rPr>
              <a:t>It should show both client(windows) and server(</a:t>
            </a:r>
            <a:r>
              <a:rPr lang="en-IN" sz="2400" dirty="0" err="1">
                <a:cs typeface="Times New Roman" panose="02020603050405020304" pitchFamily="18" charset="0"/>
              </a:rPr>
              <a:t>linux</a:t>
            </a:r>
            <a:r>
              <a:rPr lang="en-IN" sz="2400" dirty="0">
                <a:cs typeface="Times New Roman" panose="02020603050405020304" pitchFamily="18" charset="0"/>
              </a:rPr>
              <a:t>)</a:t>
            </a:r>
            <a:endParaRPr lang="en-US" sz="2400" dirty="0"/>
          </a:p>
          <a:p>
            <a:pPr marL="0" indent="0">
              <a:buNone/>
            </a:pPr>
            <a:endParaRPr lang="en-US" sz="2400" dirty="0"/>
          </a:p>
        </p:txBody>
      </p:sp>
      <p:pic>
        <p:nvPicPr>
          <p:cNvPr id="6" name="Picture 5">
            <a:extLst>
              <a:ext uri="{FF2B5EF4-FFF2-40B4-BE49-F238E27FC236}">
                <a16:creationId xmlns="" xmlns:a16="http://schemas.microsoft.com/office/drawing/2014/main" id="{BE2F3EDE-FBE9-75F0-7391-5A031F3AA831}"/>
              </a:ext>
            </a:extLst>
          </p:cNvPr>
          <p:cNvPicPr>
            <a:picLocks noChangeAspect="1"/>
          </p:cNvPicPr>
          <p:nvPr/>
        </p:nvPicPr>
        <p:blipFill>
          <a:blip r:embed="rId2" cstate="print"/>
          <a:stretch>
            <a:fillRect/>
          </a:stretch>
        </p:blipFill>
        <p:spPr>
          <a:xfrm>
            <a:off x="654522" y="1762815"/>
            <a:ext cx="8380280" cy="5112710"/>
          </a:xfrm>
          <a:prstGeom prst="rect">
            <a:avLst/>
          </a:prstGeom>
        </p:spPr>
      </p:pic>
    </p:spTree>
    <p:extLst>
      <p:ext uri="{BB962C8B-B14F-4D97-AF65-F5344CB8AC3E}">
        <p14:creationId xmlns="" xmlns:p14="http://schemas.microsoft.com/office/powerpoint/2010/main" val="407703564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FEC63C-AFAA-EF6F-B167-DCBDA768FC70}"/>
              </a:ext>
            </a:extLst>
          </p:cNvPr>
          <p:cNvSpPr>
            <a:spLocks noGrp="1"/>
          </p:cNvSpPr>
          <p:nvPr>
            <p:ph type="title"/>
          </p:nvPr>
        </p:nvSpPr>
        <p:spPr>
          <a:xfrm>
            <a:off x="467430" y="663237"/>
            <a:ext cx="8047920" cy="1325563"/>
          </a:xfrm>
        </p:spPr>
        <p:txBody>
          <a:bodyPr>
            <a:noAutofit/>
          </a:bodyPr>
          <a:lstStyle/>
          <a:p>
            <a:pPr algn="l"/>
            <a:r>
              <a:rPr lang="en-US" sz="2800" dirty="0">
                <a:solidFill>
                  <a:srgbClr val="C00000"/>
                </a:solidFill>
                <a:latin typeface="+mn-lt"/>
              </a:rPr>
              <a:t>$ docker run hello-world</a:t>
            </a:r>
            <a:r>
              <a:rPr lang="en-US" sz="2800" dirty="0">
                <a:solidFill>
                  <a:srgbClr val="FF0000"/>
                </a:solidFill>
                <a:latin typeface="+mn-lt"/>
              </a:rPr>
              <a:t/>
            </a:r>
            <a:br>
              <a:rPr lang="en-US" sz="2800" dirty="0">
                <a:solidFill>
                  <a:srgbClr val="FF0000"/>
                </a:solidFill>
                <a:latin typeface="+mn-lt"/>
              </a:rPr>
            </a:br>
            <a:r>
              <a:rPr lang="en-US" sz="2400" dirty="0">
                <a:latin typeface="+mn-lt"/>
              </a:rPr>
              <a:t/>
            </a:r>
            <a:br>
              <a:rPr lang="en-US" sz="2400" dirty="0">
                <a:latin typeface="+mn-lt"/>
              </a:rPr>
            </a:br>
            <a:r>
              <a:rPr lang="en-US" sz="2400" dirty="0">
                <a:latin typeface="+mn-lt"/>
              </a:rPr>
              <a:t>1. pull docker image hello-world locally</a:t>
            </a:r>
            <a:br>
              <a:rPr lang="en-US" sz="2400" dirty="0">
                <a:latin typeface="+mn-lt"/>
              </a:rPr>
            </a:br>
            <a:r>
              <a:rPr lang="en-US" sz="2400" dirty="0">
                <a:latin typeface="+mn-lt"/>
              </a:rPr>
              <a:t>2. First, check in the cache, if not present, get from docker hub.</a:t>
            </a:r>
            <a:br>
              <a:rPr lang="en-US" sz="2400" dirty="0">
                <a:latin typeface="+mn-lt"/>
              </a:rPr>
            </a:br>
            <a:r>
              <a:rPr lang="en-US" sz="2400" dirty="0">
                <a:latin typeface="+mn-lt"/>
              </a:rPr>
              <a:t>3. Then create a container for it and run</a:t>
            </a:r>
          </a:p>
        </p:txBody>
      </p:sp>
      <p:pic>
        <p:nvPicPr>
          <p:cNvPr id="6" name="Content Placeholder 4">
            <a:extLst>
              <a:ext uri="{FF2B5EF4-FFF2-40B4-BE49-F238E27FC236}">
                <a16:creationId xmlns="" xmlns:a16="http://schemas.microsoft.com/office/drawing/2014/main" id="{EB3C3ABB-B322-DA0E-C8B4-DAB621F06329}"/>
              </a:ext>
            </a:extLst>
          </p:cNvPr>
          <p:cNvPicPr>
            <a:picLocks noGrp="1" noChangeAspect="1"/>
          </p:cNvPicPr>
          <p:nvPr>
            <p:ph idx="1"/>
          </p:nvPr>
        </p:nvPicPr>
        <p:blipFill>
          <a:blip r:embed="rId2" cstate="print"/>
          <a:stretch>
            <a:fillRect/>
          </a:stretch>
        </p:blipFill>
        <p:spPr>
          <a:xfrm>
            <a:off x="628650" y="2462132"/>
            <a:ext cx="8047920" cy="4351338"/>
          </a:xfrm>
        </p:spPr>
      </p:pic>
    </p:spTree>
    <p:extLst>
      <p:ext uri="{BB962C8B-B14F-4D97-AF65-F5344CB8AC3E}">
        <p14:creationId xmlns="" xmlns:p14="http://schemas.microsoft.com/office/powerpoint/2010/main" val="33522319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0BB8A4-ACB7-DBA3-6DC4-6DC214A7BF74}"/>
              </a:ext>
            </a:extLst>
          </p:cNvPr>
          <p:cNvSpPr>
            <a:spLocks noGrp="1"/>
          </p:cNvSpPr>
          <p:nvPr>
            <p:ph type="title"/>
          </p:nvPr>
        </p:nvSpPr>
        <p:spPr>
          <a:xfrm>
            <a:off x="628650" y="642917"/>
            <a:ext cx="7886700" cy="785819"/>
          </a:xfrm>
        </p:spPr>
        <p:txBody>
          <a:bodyPr>
            <a:noAutofit/>
          </a:bodyPr>
          <a:lstStyle/>
          <a:p>
            <a:pPr algn="l"/>
            <a:r>
              <a:rPr lang="en-US" sz="2800" dirty="0">
                <a:solidFill>
                  <a:srgbClr val="C00000"/>
                </a:solidFill>
              </a:rPr>
              <a:t>$ docker run hello-world </a:t>
            </a:r>
            <a:r>
              <a:rPr lang="en-US" sz="2800" dirty="0">
                <a:solidFill>
                  <a:srgbClr val="FF0000"/>
                </a:solidFill>
              </a:rPr>
              <a:t/>
            </a:r>
            <a:br>
              <a:rPr lang="en-US" sz="2800" dirty="0">
                <a:solidFill>
                  <a:srgbClr val="FF0000"/>
                </a:solidFill>
              </a:rPr>
            </a:br>
            <a:r>
              <a:rPr lang="en-US" sz="2400" dirty="0">
                <a:solidFill>
                  <a:srgbClr val="FF0000"/>
                </a:solidFill>
              </a:rPr>
              <a:t/>
            </a:r>
            <a:br>
              <a:rPr lang="en-US" sz="2400" dirty="0">
                <a:solidFill>
                  <a:srgbClr val="FF0000"/>
                </a:solidFill>
              </a:rPr>
            </a:br>
            <a:r>
              <a:rPr lang="en-US" sz="2400" dirty="0"/>
              <a:t>1. executes a docker image hello-world locally</a:t>
            </a:r>
            <a:r>
              <a:rPr lang="en-US" sz="2400" dirty="0">
                <a:solidFill>
                  <a:srgbClr val="FF0000"/>
                </a:solidFill>
              </a:rPr>
              <a:t/>
            </a:r>
            <a:br>
              <a:rPr lang="en-US" sz="2400" dirty="0">
                <a:solidFill>
                  <a:srgbClr val="FF0000"/>
                </a:solidFill>
              </a:rPr>
            </a:br>
            <a:endParaRPr lang="en-US" sz="2400" dirty="0">
              <a:solidFill>
                <a:srgbClr val="FF0000"/>
              </a:solidFill>
            </a:endParaRPr>
          </a:p>
        </p:txBody>
      </p:sp>
      <p:sp>
        <p:nvSpPr>
          <p:cNvPr id="6" name="Content Placeholder 5">
            <a:extLst>
              <a:ext uri="{FF2B5EF4-FFF2-40B4-BE49-F238E27FC236}">
                <a16:creationId xmlns="" xmlns:a16="http://schemas.microsoft.com/office/drawing/2014/main" id="{164720D7-DC58-469A-7E9B-6B2CD9534B91}"/>
              </a:ext>
            </a:extLst>
          </p:cNvPr>
          <p:cNvSpPr>
            <a:spLocks noGrp="1"/>
          </p:cNvSpPr>
          <p:nvPr>
            <p:ph idx="1"/>
          </p:nvPr>
        </p:nvSpPr>
        <p:spPr/>
        <p:txBody>
          <a:bodyPr/>
          <a:lstStyle/>
          <a:p>
            <a:endParaRPr lang="en-US"/>
          </a:p>
        </p:txBody>
      </p:sp>
      <p:pic>
        <p:nvPicPr>
          <p:cNvPr id="7" name="Content Placeholder 4">
            <a:extLst>
              <a:ext uri="{FF2B5EF4-FFF2-40B4-BE49-F238E27FC236}">
                <a16:creationId xmlns="" xmlns:a16="http://schemas.microsoft.com/office/drawing/2014/main" id="{8A341A26-C983-75F6-09D6-6871E0509B9F}"/>
              </a:ext>
            </a:extLst>
          </p:cNvPr>
          <p:cNvPicPr>
            <a:picLocks noChangeAspect="1"/>
          </p:cNvPicPr>
          <p:nvPr/>
        </p:nvPicPr>
        <p:blipFill>
          <a:blip r:embed="rId2" cstate="print"/>
          <a:stretch>
            <a:fillRect/>
          </a:stretch>
        </p:blipFill>
        <p:spPr>
          <a:xfrm>
            <a:off x="467430" y="1817710"/>
            <a:ext cx="8353159" cy="4754562"/>
          </a:xfrm>
          <a:prstGeom prst="rect">
            <a:avLst/>
          </a:prstGeom>
        </p:spPr>
      </p:pic>
    </p:spTree>
    <p:extLst>
      <p:ext uri="{BB962C8B-B14F-4D97-AF65-F5344CB8AC3E}">
        <p14:creationId xmlns="" xmlns:p14="http://schemas.microsoft.com/office/powerpoint/2010/main" val="128078284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2A5E0D-2673-4CEA-38EC-3E27EB88F692}"/>
              </a:ext>
            </a:extLst>
          </p:cNvPr>
          <p:cNvSpPr>
            <a:spLocks noGrp="1"/>
          </p:cNvSpPr>
          <p:nvPr>
            <p:ph type="title"/>
          </p:nvPr>
        </p:nvSpPr>
        <p:spPr>
          <a:xfrm>
            <a:off x="628650" y="365127"/>
            <a:ext cx="7886700" cy="1047593"/>
          </a:xfrm>
        </p:spPr>
        <p:txBody>
          <a:bodyPr>
            <a:normAutofit/>
          </a:bodyPr>
          <a:lstStyle/>
          <a:p>
            <a:r>
              <a:rPr lang="en-IN" sz="4400" dirty="0"/>
              <a:t>Get images from docker hub</a:t>
            </a:r>
            <a:endParaRPr lang="en-US" sz="4400" dirty="0"/>
          </a:p>
        </p:txBody>
      </p:sp>
      <p:sp>
        <p:nvSpPr>
          <p:cNvPr id="3" name="Content Placeholder 2">
            <a:extLst>
              <a:ext uri="{FF2B5EF4-FFF2-40B4-BE49-F238E27FC236}">
                <a16:creationId xmlns="" xmlns:a16="http://schemas.microsoft.com/office/drawing/2014/main" id="{0E569876-A921-2316-3BE9-4A5E3DAAC345}"/>
              </a:ext>
            </a:extLst>
          </p:cNvPr>
          <p:cNvSpPr>
            <a:spLocks noGrp="1"/>
          </p:cNvSpPr>
          <p:nvPr>
            <p:ph idx="1"/>
          </p:nvPr>
        </p:nvSpPr>
        <p:spPr>
          <a:xfrm>
            <a:off x="628650" y="1556741"/>
            <a:ext cx="7886700" cy="4620222"/>
          </a:xfrm>
        </p:spPr>
        <p:txBody>
          <a:bodyPr/>
          <a:lstStyle/>
          <a:p>
            <a:r>
              <a:rPr lang="en-IN" sz="2400" dirty="0" err="1"/>
              <a:t>Goto</a:t>
            </a:r>
            <a:r>
              <a:rPr lang="en-IN" sz="2400" dirty="0"/>
              <a:t> dockerhub.com and you get many images. Now click on </a:t>
            </a:r>
            <a:r>
              <a:rPr lang="en-IN" sz="2400" dirty="0" err="1"/>
              <a:t>redis</a:t>
            </a:r>
            <a:r>
              <a:rPr lang="en-IN" sz="2400" dirty="0"/>
              <a:t> image </a:t>
            </a:r>
            <a:endParaRPr lang="en-US" dirty="0"/>
          </a:p>
        </p:txBody>
      </p:sp>
      <p:pic>
        <p:nvPicPr>
          <p:cNvPr id="4" name="Content Placeholder 4">
            <a:extLst>
              <a:ext uri="{FF2B5EF4-FFF2-40B4-BE49-F238E27FC236}">
                <a16:creationId xmlns="" xmlns:a16="http://schemas.microsoft.com/office/drawing/2014/main" id="{0651BED0-1919-9765-62A5-697B88379A22}"/>
              </a:ext>
            </a:extLst>
          </p:cNvPr>
          <p:cNvPicPr>
            <a:picLocks noChangeAspect="1"/>
          </p:cNvPicPr>
          <p:nvPr/>
        </p:nvPicPr>
        <p:blipFill>
          <a:blip r:embed="rId2" cstate="print"/>
          <a:stretch>
            <a:fillRect/>
          </a:stretch>
        </p:blipFill>
        <p:spPr>
          <a:xfrm>
            <a:off x="628650" y="2717085"/>
            <a:ext cx="7873063" cy="4117798"/>
          </a:xfrm>
          <a:prstGeom prst="rect">
            <a:avLst/>
          </a:prstGeom>
        </p:spPr>
      </p:pic>
    </p:spTree>
    <p:extLst>
      <p:ext uri="{BB962C8B-B14F-4D97-AF65-F5344CB8AC3E}">
        <p14:creationId xmlns="" xmlns:p14="http://schemas.microsoft.com/office/powerpoint/2010/main" val="18202186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A3A161-C3F5-17E3-E9BC-846C5377C730}"/>
              </a:ext>
            </a:extLst>
          </p:cNvPr>
          <p:cNvSpPr>
            <a:spLocks noGrp="1"/>
          </p:cNvSpPr>
          <p:nvPr>
            <p:ph type="title"/>
          </p:nvPr>
        </p:nvSpPr>
        <p:spPr/>
        <p:txBody>
          <a:bodyPr>
            <a:normAutofit/>
          </a:bodyPr>
          <a:lstStyle/>
          <a:p>
            <a:r>
              <a:rPr lang="en-IN" sz="2400" dirty="0">
                <a:latin typeface="+mn-lt"/>
              </a:rPr>
              <a:t>Copy </a:t>
            </a:r>
            <a:r>
              <a:rPr lang="en-IN" sz="2800" u="sng" dirty="0">
                <a:solidFill>
                  <a:srgbClr val="C00000"/>
                </a:solidFill>
                <a:latin typeface="+mn-lt"/>
              </a:rPr>
              <a:t>docker</a:t>
            </a:r>
            <a:r>
              <a:rPr lang="en-IN" sz="2800" u="sng" dirty="0">
                <a:latin typeface="+mn-lt"/>
              </a:rPr>
              <a:t> </a:t>
            </a:r>
            <a:r>
              <a:rPr lang="en-IN" sz="2800" u="sng" dirty="0">
                <a:solidFill>
                  <a:srgbClr val="C00000"/>
                </a:solidFill>
                <a:latin typeface="+mn-lt"/>
              </a:rPr>
              <a:t>pull </a:t>
            </a:r>
            <a:r>
              <a:rPr lang="en-IN" sz="2800" u="sng" dirty="0" err="1">
                <a:solidFill>
                  <a:srgbClr val="C00000"/>
                </a:solidFill>
                <a:latin typeface="+mn-lt"/>
              </a:rPr>
              <a:t>redis</a:t>
            </a:r>
            <a:r>
              <a:rPr lang="en-IN" sz="2800" u="sng" dirty="0">
                <a:solidFill>
                  <a:srgbClr val="C00000"/>
                </a:solidFill>
                <a:latin typeface="+mn-lt"/>
              </a:rPr>
              <a:t> </a:t>
            </a:r>
            <a:r>
              <a:rPr lang="en-IN" sz="2400" dirty="0">
                <a:latin typeface="+mn-lt"/>
              </a:rPr>
              <a:t>and paste in command prompt</a:t>
            </a:r>
            <a:endParaRPr lang="en-US" sz="2400" dirty="0">
              <a:latin typeface="+mn-lt"/>
            </a:endParaRPr>
          </a:p>
        </p:txBody>
      </p:sp>
      <p:pic>
        <p:nvPicPr>
          <p:cNvPr id="5" name="Content Placeholder 4">
            <a:extLst>
              <a:ext uri="{FF2B5EF4-FFF2-40B4-BE49-F238E27FC236}">
                <a16:creationId xmlns="" xmlns:a16="http://schemas.microsoft.com/office/drawing/2014/main" id="{45E460FD-06CC-819D-7DC8-A5D4667EC5C5}"/>
              </a:ext>
            </a:extLst>
          </p:cNvPr>
          <p:cNvPicPr>
            <a:picLocks noGrp="1" noChangeAspect="1"/>
          </p:cNvPicPr>
          <p:nvPr>
            <p:ph idx="1"/>
          </p:nvPr>
        </p:nvPicPr>
        <p:blipFill>
          <a:blip r:embed="rId2" cstate="print"/>
          <a:stretch>
            <a:fillRect/>
          </a:stretch>
        </p:blipFill>
        <p:spPr>
          <a:xfrm>
            <a:off x="628650" y="1772770"/>
            <a:ext cx="7886700" cy="4896680"/>
          </a:xfrm>
        </p:spPr>
      </p:pic>
      <p:cxnSp>
        <p:nvCxnSpPr>
          <p:cNvPr id="7" name="Straight Arrow Connector 6">
            <a:extLst>
              <a:ext uri="{FF2B5EF4-FFF2-40B4-BE49-F238E27FC236}">
                <a16:creationId xmlns="" xmlns:a16="http://schemas.microsoft.com/office/drawing/2014/main" id="{14139984-85BD-95E9-6518-DA9F381AB3A3}"/>
              </a:ext>
            </a:extLst>
          </p:cNvPr>
          <p:cNvCxnSpPr>
            <a:cxnSpLocks/>
          </p:cNvCxnSpPr>
          <p:nvPr/>
        </p:nvCxnSpPr>
        <p:spPr>
          <a:xfrm>
            <a:off x="1187530" y="1278198"/>
            <a:ext cx="4752660" cy="39510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 xmlns:p14="http://schemas.microsoft.com/office/powerpoint/2010/main" val="180180700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181507-AC14-CA62-8AC1-3E1A8826F3F8}"/>
              </a:ext>
            </a:extLst>
          </p:cNvPr>
          <p:cNvSpPr>
            <a:spLocks noGrp="1"/>
          </p:cNvSpPr>
          <p:nvPr>
            <p:ph type="title"/>
          </p:nvPr>
        </p:nvSpPr>
        <p:spPr/>
        <p:txBody>
          <a:bodyPr>
            <a:normAutofit/>
          </a:bodyPr>
          <a:lstStyle/>
          <a:p>
            <a:r>
              <a:rPr lang="en-IN" sz="2400" dirty="0"/>
              <a:t>If you go below in docker hub page, you can see </a:t>
            </a:r>
            <a:r>
              <a:rPr lang="en-IN" sz="2400" dirty="0" err="1"/>
              <a:t>redis</a:t>
            </a:r>
            <a:r>
              <a:rPr lang="en-IN" sz="2400" dirty="0"/>
              <a:t> versions</a:t>
            </a:r>
            <a:endParaRPr lang="en-US" sz="2400" dirty="0"/>
          </a:p>
        </p:txBody>
      </p:sp>
      <p:pic>
        <p:nvPicPr>
          <p:cNvPr id="5" name="Content Placeholder 4">
            <a:extLst>
              <a:ext uri="{FF2B5EF4-FFF2-40B4-BE49-F238E27FC236}">
                <a16:creationId xmlns="" xmlns:a16="http://schemas.microsoft.com/office/drawing/2014/main" id="{16B672A9-A510-0A66-4EA7-A7B738889D97}"/>
              </a:ext>
            </a:extLst>
          </p:cNvPr>
          <p:cNvPicPr>
            <a:picLocks noGrp="1" noChangeAspect="1"/>
          </p:cNvPicPr>
          <p:nvPr>
            <p:ph idx="1"/>
          </p:nvPr>
        </p:nvPicPr>
        <p:blipFill>
          <a:blip r:embed="rId2" cstate="print"/>
          <a:stretch>
            <a:fillRect/>
          </a:stretch>
        </p:blipFill>
        <p:spPr>
          <a:xfrm>
            <a:off x="628650" y="1901870"/>
            <a:ext cx="8191940" cy="4407530"/>
          </a:xfrm>
        </p:spPr>
      </p:pic>
    </p:spTree>
    <p:extLst>
      <p:ext uri="{BB962C8B-B14F-4D97-AF65-F5344CB8AC3E}">
        <p14:creationId xmlns="" xmlns:p14="http://schemas.microsoft.com/office/powerpoint/2010/main" val="76251661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6587A5-9902-08C8-34BB-C465B3DD36D5}"/>
              </a:ext>
            </a:extLst>
          </p:cNvPr>
          <p:cNvSpPr>
            <a:spLocks noGrp="1"/>
          </p:cNvSpPr>
          <p:nvPr>
            <p:ph type="title"/>
          </p:nvPr>
        </p:nvSpPr>
        <p:spPr>
          <a:xfrm>
            <a:off x="949748" y="404580"/>
            <a:ext cx="7886700" cy="1584220"/>
          </a:xfrm>
        </p:spPr>
        <p:txBody>
          <a:bodyPr>
            <a:normAutofit/>
          </a:bodyPr>
          <a:lstStyle/>
          <a:p>
            <a:pPr algn="l"/>
            <a:r>
              <a:rPr lang="en-IN" sz="4400" dirty="0"/>
              <a:t>Pull </a:t>
            </a:r>
            <a:r>
              <a:rPr lang="en-IN" sz="4400" dirty="0" err="1"/>
              <a:t>redis</a:t>
            </a:r>
            <a:r>
              <a:rPr lang="en-IN" sz="4400" dirty="0"/>
              <a:t> image</a:t>
            </a:r>
            <a:br>
              <a:rPr lang="en-IN" sz="4400" dirty="0"/>
            </a:br>
            <a:r>
              <a:rPr lang="en-IN" dirty="0">
                <a:solidFill>
                  <a:srgbClr val="FF0000"/>
                </a:solidFill>
              </a:rPr>
              <a:t/>
            </a:r>
            <a:br>
              <a:rPr lang="en-IN" dirty="0">
                <a:solidFill>
                  <a:srgbClr val="FF0000"/>
                </a:solidFill>
              </a:rPr>
            </a:br>
            <a:r>
              <a:rPr lang="en-IN" sz="2800" dirty="0">
                <a:solidFill>
                  <a:srgbClr val="C00000"/>
                </a:solidFill>
                <a:latin typeface="+mn-lt"/>
              </a:rPr>
              <a:t>C:\Users\SHRADHA&gt;docker pull </a:t>
            </a:r>
            <a:r>
              <a:rPr lang="en-IN" sz="2800" dirty="0" err="1">
                <a:solidFill>
                  <a:srgbClr val="C00000"/>
                </a:solidFill>
                <a:latin typeface="+mn-lt"/>
              </a:rPr>
              <a:t>redis</a:t>
            </a:r>
            <a:endParaRPr lang="en-US" sz="2800" dirty="0">
              <a:solidFill>
                <a:srgbClr val="C00000"/>
              </a:solidFill>
              <a:latin typeface="+mn-lt"/>
            </a:endParaRPr>
          </a:p>
        </p:txBody>
      </p:sp>
      <p:pic>
        <p:nvPicPr>
          <p:cNvPr id="5" name="Content Placeholder 4">
            <a:extLst>
              <a:ext uri="{FF2B5EF4-FFF2-40B4-BE49-F238E27FC236}">
                <a16:creationId xmlns="" xmlns:a16="http://schemas.microsoft.com/office/drawing/2014/main" id="{E3F2BAA8-6331-CA91-4082-0B7185D401BC}"/>
              </a:ext>
            </a:extLst>
          </p:cNvPr>
          <p:cNvPicPr>
            <a:picLocks noGrp="1" noChangeAspect="1"/>
          </p:cNvPicPr>
          <p:nvPr>
            <p:ph idx="1"/>
          </p:nvPr>
        </p:nvPicPr>
        <p:blipFill>
          <a:blip r:embed="rId2" cstate="print"/>
          <a:stretch>
            <a:fillRect/>
          </a:stretch>
        </p:blipFill>
        <p:spPr>
          <a:xfrm>
            <a:off x="683460" y="2420860"/>
            <a:ext cx="7705070" cy="3888540"/>
          </a:xfrm>
        </p:spPr>
      </p:pic>
    </p:spTree>
    <p:extLst>
      <p:ext uri="{BB962C8B-B14F-4D97-AF65-F5344CB8AC3E}">
        <p14:creationId xmlns="" xmlns:p14="http://schemas.microsoft.com/office/powerpoint/2010/main" val="211178383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A54C58-4F7C-99F0-9DFD-A7AE21F6F620}"/>
              </a:ext>
            </a:extLst>
          </p:cNvPr>
          <p:cNvSpPr>
            <a:spLocks noGrp="1"/>
          </p:cNvSpPr>
          <p:nvPr>
            <p:ph type="title"/>
          </p:nvPr>
        </p:nvSpPr>
        <p:spPr>
          <a:xfrm>
            <a:off x="360933" y="500042"/>
            <a:ext cx="7886700" cy="2143139"/>
          </a:xfrm>
        </p:spPr>
        <p:txBody>
          <a:bodyPr>
            <a:noAutofit/>
          </a:bodyPr>
          <a:lstStyle/>
          <a:p>
            <a:pPr algn="l"/>
            <a:r>
              <a:rPr lang="en-IN" sz="2800" dirty="0" smtClean="0">
                <a:solidFill>
                  <a:srgbClr val="FF0000"/>
                </a:solidFill>
              </a:rPr>
              <a:t>C:\USERS\SHRADHA&gt;</a:t>
            </a:r>
            <a:r>
              <a:rPr lang="en-IN" sz="2800" dirty="0" err="1" smtClean="0">
                <a:solidFill>
                  <a:srgbClr val="FF0000"/>
                </a:solidFill>
              </a:rPr>
              <a:t>docker</a:t>
            </a:r>
            <a:r>
              <a:rPr lang="en-IN" sz="2800" dirty="0" smtClean="0">
                <a:solidFill>
                  <a:srgbClr val="FF0000"/>
                </a:solidFill>
              </a:rPr>
              <a:t> images</a:t>
            </a:r>
            <a:br>
              <a:rPr lang="en-IN" sz="2800" dirty="0" smtClean="0">
                <a:solidFill>
                  <a:srgbClr val="FF0000"/>
                </a:solidFill>
              </a:rPr>
            </a:br>
            <a:r>
              <a:rPr lang="en-IN" sz="2400" dirty="0" smtClean="0"/>
              <a:t/>
            </a:r>
            <a:br>
              <a:rPr lang="en-IN" sz="2400" dirty="0" smtClean="0"/>
            </a:br>
            <a:r>
              <a:rPr lang="en-IN" sz="2800" dirty="0" smtClean="0"/>
              <a:t>Shows </a:t>
            </a:r>
            <a:r>
              <a:rPr lang="en-IN" sz="2800" dirty="0"/>
              <a:t>two images </a:t>
            </a:r>
            <a:r>
              <a:rPr lang="en-IN" sz="2800" dirty="0" err="1"/>
              <a:t>redis</a:t>
            </a:r>
            <a:r>
              <a:rPr lang="en-IN" sz="2800" dirty="0"/>
              <a:t> and hell-world image. Tag latest means it has downloaded latest version. It shows size of image</a:t>
            </a:r>
            <a:endParaRPr lang="en-US" sz="2800" dirty="0"/>
          </a:p>
        </p:txBody>
      </p:sp>
      <p:pic>
        <p:nvPicPr>
          <p:cNvPr id="5" name="Content Placeholder 4">
            <a:extLst>
              <a:ext uri="{FF2B5EF4-FFF2-40B4-BE49-F238E27FC236}">
                <a16:creationId xmlns="" xmlns:a16="http://schemas.microsoft.com/office/drawing/2014/main" id="{EFC683E8-E435-3788-4A88-B83545737014}"/>
              </a:ext>
            </a:extLst>
          </p:cNvPr>
          <p:cNvPicPr>
            <a:picLocks noGrp="1" noChangeAspect="1"/>
          </p:cNvPicPr>
          <p:nvPr>
            <p:ph idx="1"/>
          </p:nvPr>
        </p:nvPicPr>
        <p:blipFill>
          <a:blip r:embed="rId2" cstate="print"/>
          <a:stretch>
            <a:fillRect/>
          </a:stretch>
        </p:blipFill>
        <p:spPr>
          <a:xfrm>
            <a:off x="539440" y="3212970"/>
            <a:ext cx="7886700" cy="3312460"/>
          </a:xfrm>
        </p:spPr>
      </p:pic>
    </p:spTree>
    <p:extLst>
      <p:ext uri="{BB962C8B-B14F-4D97-AF65-F5344CB8AC3E}">
        <p14:creationId xmlns="" xmlns:p14="http://schemas.microsoft.com/office/powerpoint/2010/main" val="284707167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8A360B-DA2D-9431-DC2A-C21EB1CA51A1}"/>
              </a:ext>
            </a:extLst>
          </p:cNvPr>
          <p:cNvSpPr>
            <a:spLocks noGrp="1"/>
          </p:cNvSpPr>
          <p:nvPr>
            <p:ph type="title"/>
          </p:nvPr>
        </p:nvSpPr>
        <p:spPr/>
        <p:txBody>
          <a:bodyPr>
            <a:normAutofit/>
          </a:bodyPr>
          <a:lstStyle/>
          <a:p>
            <a:r>
              <a:rPr lang="en-IN" dirty="0"/>
              <a:t>Create docker Hub account</a:t>
            </a:r>
            <a:br>
              <a:rPr lang="en-IN" dirty="0"/>
            </a:br>
            <a:r>
              <a:rPr lang="en-IN" dirty="0"/>
              <a:t>Here it has </a:t>
            </a:r>
            <a:r>
              <a:rPr lang="en-IN" dirty="0" err="1"/>
              <a:t>redis</a:t>
            </a:r>
            <a:r>
              <a:rPr lang="en-IN" dirty="0"/>
              <a:t> image</a:t>
            </a:r>
            <a:endParaRPr lang="en-US" dirty="0"/>
          </a:p>
        </p:txBody>
      </p:sp>
      <p:pic>
        <p:nvPicPr>
          <p:cNvPr id="5" name="Content Placeholder 4">
            <a:extLst>
              <a:ext uri="{FF2B5EF4-FFF2-40B4-BE49-F238E27FC236}">
                <a16:creationId xmlns="" xmlns:a16="http://schemas.microsoft.com/office/drawing/2014/main" id="{2979E82E-4DC5-5CD1-462F-814D3109EAFE}"/>
              </a:ext>
            </a:extLst>
          </p:cNvPr>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704144" y="1825625"/>
            <a:ext cx="7735712" cy="4351338"/>
          </a:xfrm>
        </p:spPr>
      </p:pic>
    </p:spTree>
    <p:extLst>
      <p:ext uri="{BB962C8B-B14F-4D97-AF65-F5344CB8AC3E}">
        <p14:creationId xmlns="" xmlns:p14="http://schemas.microsoft.com/office/powerpoint/2010/main" val="224413120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4ECECD-CE8C-F80C-C025-FEC5C1192E9F}"/>
              </a:ext>
            </a:extLst>
          </p:cNvPr>
          <p:cNvSpPr>
            <a:spLocks noGrp="1"/>
          </p:cNvSpPr>
          <p:nvPr>
            <p:ph type="title"/>
          </p:nvPr>
        </p:nvSpPr>
        <p:spPr>
          <a:xfrm>
            <a:off x="285720" y="-171500"/>
            <a:ext cx="8643998" cy="1862189"/>
          </a:xfrm>
        </p:spPr>
        <p:txBody>
          <a:bodyPr>
            <a:normAutofit/>
          </a:bodyPr>
          <a:lstStyle/>
          <a:p>
            <a:r>
              <a:rPr lang="en-US" sz="3600" u="sng" dirty="0" err="1" smtClean="0"/>
              <a:t>docker</a:t>
            </a:r>
            <a:r>
              <a:rPr lang="en-US" sz="3600" u="sng" dirty="0" smtClean="0"/>
              <a:t> images command </a:t>
            </a:r>
            <a:r>
              <a:rPr lang="en-US" sz="3600" dirty="0" smtClean="0"/>
              <a:t>shows </a:t>
            </a:r>
            <a:r>
              <a:rPr lang="en-US" sz="3600" dirty="0"/>
              <a:t>all images</a:t>
            </a:r>
            <a:r>
              <a:rPr lang="en-US" sz="4400" dirty="0"/>
              <a:t/>
            </a:r>
            <a:br>
              <a:rPr lang="en-US" sz="4400" dirty="0"/>
            </a:br>
            <a:r>
              <a:rPr lang="en-US" sz="2800" dirty="0">
                <a:solidFill>
                  <a:srgbClr val="C00000"/>
                </a:solidFill>
                <a:latin typeface="+mn-lt"/>
              </a:rPr>
              <a:t>$ docker images</a:t>
            </a:r>
          </a:p>
        </p:txBody>
      </p:sp>
      <p:pic>
        <p:nvPicPr>
          <p:cNvPr id="9" name="Content Placeholder 8">
            <a:extLst>
              <a:ext uri="{FF2B5EF4-FFF2-40B4-BE49-F238E27FC236}">
                <a16:creationId xmlns="" xmlns:a16="http://schemas.microsoft.com/office/drawing/2014/main" id="{9B586BEC-83BA-223E-76AA-E050AECA1224}"/>
              </a:ext>
            </a:extLst>
          </p:cNvPr>
          <p:cNvPicPr>
            <a:picLocks noGrp="1" noChangeAspect="1"/>
          </p:cNvPicPr>
          <p:nvPr>
            <p:ph idx="1"/>
          </p:nvPr>
        </p:nvPicPr>
        <p:blipFill>
          <a:blip r:embed="rId2" cstate="print"/>
          <a:stretch>
            <a:fillRect/>
          </a:stretch>
        </p:blipFill>
        <p:spPr>
          <a:xfrm>
            <a:off x="628650" y="4397712"/>
            <a:ext cx="8075350" cy="2413563"/>
          </a:xfrm>
        </p:spPr>
      </p:pic>
      <p:pic>
        <p:nvPicPr>
          <p:cNvPr id="4" name="Content Placeholder 4">
            <a:extLst>
              <a:ext uri="{FF2B5EF4-FFF2-40B4-BE49-F238E27FC236}">
                <a16:creationId xmlns="" xmlns:a16="http://schemas.microsoft.com/office/drawing/2014/main" id="{A30BDCB6-EC93-FF69-124E-7C3E656858C3}"/>
              </a:ext>
            </a:extLst>
          </p:cNvPr>
          <p:cNvPicPr>
            <a:picLocks noChangeAspect="1"/>
          </p:cNvPicPr>
          <p:nvPr/>
        </p:nvPicPr>
        <p:blipFill>
          <a:blip r:embed="rId3" cstate="print"/>
          <a:stretch>
            <a:fillRect/>
          </a:stretch>
        </p:blipFill>
        <p:spPr>
          <a:xfrm>
            <a:off x="628650" y="1709337"/>
            <a:ext cx="8075350" cy="2659452"/>
          </a:xfrm>
          <a:prstGeom prst="rect">
            <a:avLst/>
          </a:prstGeom>
        </p:spPr>
      </p:pic>
    </p:spTree>
    <p:extLst>
      <p:ext uri="{BB962C8B-B14F-4D97-AF65-F5344CB8AC3E}">
        <p14:creationId xmlns="" xmlns:p14="http://schemas.microsoft.com/office/powerpoint/2010/main" val="391034114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87E3FE-DE74-6CC1-B88F-0572147B7A28}"/>
              </a:ext>
            </a:extLst>
          </p:cNvPr>
          <p:cNvSpPr>
            <a:spLocks noGrp="1"/>
          </p:cNvSpPr>
          <p:nvPr>
            <p:ph type="title"/>
          </p:nvPr>
        </p:nvSpPr>
        <p:spPr>
          <a:xfrm>
            <a:off x="628650" y="365127"/>
            <a:ext cx="7886700" cy="975584"/>
          </a:xfrm>
        </p:spPr>
        <p:txBody>
          <a:bodyPr>
            <a:normAutofit/>
          </a:bodyPr>
          <a:lstStyle/>
          <a:p>
            <a:r>
              <a:rPr lang="en-IN" sz="4400" dirty="0"/>
              <a:t>docker </a:t>
            </a:r>
            <a:r>
              <a:rPr lang="en-IN" sz="4400" u="sng" dirty="0"/>
              <a:t>run command</a:t>
            </a:r>
            <a:endParaRPr lang="en-US" sz="4400" u="sng" dirty="0"/>
          </a:p>
        </p:txBody>
      </p:sp>
      <p:sp>
        <p:nvSpPr>
          <p:cNvPr id="3" name="Content Placeholder 2">
            <a:extLst>
              <a:ext uri="{FF2B5EF4-FFF2-40B4-BE49-F238E27FC236}">
                <a16:creationId xmlns="" xmlns:a16="http://schemas.microsoft.com/office/drawing/2014/main" id="{46BA9BD8-6738-05D8-A3BD-DE372F2F03B1}"/>
              </a:ext>
            </a:extLst>
          </p:cNvPr>
          <p:cNvSpPr>
            <a:spLocks noGrp="1"/>
          </p:cNvSpPr>
          <p:nvPr>
            <p:ph idx="1"/>
          </p:nvPr>
        </p:nvSpPr>
        <p:spPr>
          <a:xfrm>
            <a:off x="628650" y="1412720"/>
            <a:ext cx="7886700" cy="4764243"/>
          </a:xfrm>
        </p:spPr>
        <p:txBody>
          <a:bodyPr/>
          <a:lstStyle/>
          <a:p>
            <a:r>
              <a:rPr lang="en-IN" sz="2800" dirty="0">
                <a:solidFill>
                  <a:srgbClr val="C00000"/>
                </a:solidFill>
              </a:rPr>
              <a:t>C:\Users\SHRADHA&gt;docker run </a:t>
            </a:r>
            <a:r>
              <a:rPr lang="en-IN" sz="2800" dirty="0" err="1">
                <a:solidFill>
                  <a:srgbClr val="C00000"/>
                </a:solidFill>
              </a:rPr>
              <a:t>redis</a:t>
            </a:r>
            <a:r>
              <a:rPr lang="en-IN" sz="2400" dirty="0">
                <a:solidFill>
                  <a:srgbClr val="FF0000"/>
                </a:solidFill>
              </a:rPr>
              <a:t/>
            </a:r>
            <a:br>
              <a:rPr lang="en-IN" sz="2400" dirty="0">
                <a:solidFill>
                  <a:srgbClr val="FF0000"/>
                </a:solidFill>
              </a:rPr>
            </a:br>
            <a:r>
              <a:rPr lang="en-IN" sz="2400" dirty="0"/>
              <a:t>It starts image in the container as the container is running environment of image and get connect to Redis application</a:t>
            </a:r>
            <a:endParaRPr lang="en-US" dirty="0"/>
          </a:p>
        </p:txBody>
      </p:sp>
      <p:pic>
        <p:nvPicPr>
          <p:cNvPr id="6" name="Content Placeholder 4">
            <a:extLst>
              <a:ext uri="{FF2B5EF4-FFF2-40B4-BE49-F238E27FC236}">
                <a16:creationId xmlns="" xmlns:a16="http://schemas.microsoft.com/office/drawing/2014/main" id="{993F90F4-7AB8-448E-F211-403F95CF8732}"/>
              </a:ext>
            </a:extLst>
          </p:cNvPr>
          <p:cNvPicPr>
            <a:picLocks noChangeAspect="1"/>
          </p:cNvPicPr>
          <p:nvPr/>
        </p:nvPicPr>
        <p:blipFill>
          <a:blip r:embed="rId2" cstate="print"/>
          <a:stretch>
            <a:fillRect/>
          </a:stretch>
        </p:blipFill>
        <p:spPr>
          <a:xfrm>
            <a:off x="323410" y="2708900"/>
            <a:ext cx="8713210" cy="4032560"/>
          </a:xfrm>
          <a:prstGeom prst="rect">
            <a:avLst/>
          </a:prstGeom>
        </p:spPr>
      </p:pic>
    </p:spTree>
    <p:extLst>
      <p:ext uri="{BB962C8B-B14F-4D97-AF65-F5344CB8AC3E}">
        <p14:creationId xmlns="" xmlns:p14="http://schemas.microsoft.com/office/powerpoint/2010/main" val="4885158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628FF5-0FBF-8768-B886-512F085DA109}"/>
              </a:ext>
            </a:extLst>
          </p:cNvPr>
          <p:cNvSpPr>
            <a:spLocks noGrp="1"/>
          </p:cNvSpPr>
          <p:nvPr>
            <p:ph type="title"/>
          </p:nvPr>
        </p:nvSpPr>
        <p:spPr>
          <a:xfrm>
            <a:off x="649653" y="26072"/>
            <a:ext cx="7886700" cy="1746698"/>
          </a:xfrm>
        </p:spPr>
        <p:txBody>
          <a:bodyPr>
            <a:normAutofit/>
          </a:bodyPr>
          <a:lstStyle/>
          <a:p>
            <a:r>
              <a:rPr lang="en-IN" sz="4400" dirty="0"/>
              <a:t>docker </a:t>
            </a:r>
            <a:r>
              <a:rPr lang="en-IN" sz="4400" dirty="0" err="1"/>
              <a:t>ps</a:t>
            </a:r>
            <a:r>
              <a:rPr lang="en-IN" sz="4400" dirty="0"/>
              <a:t> command</a:t>
            </a:r>
            <a:endParaRPr lang="en-US" sz="4400" dirty="0"/>
          </a:p>
        </p:txBody>
      </p:sp>
      <p:sp>
        <p:nvSpPr>
          <p:cNvPr id="3" name="Content Placeholder 2">
            <a:extLst>
              <a:ext uri="{FF2B5EF4-FFF2-40B4-BE49-F238E27FC236}">
                <a16:creationId xmlns="" xmlns:a16="http://schemas.microsoft.com/office/drawing/2014/main" id="{E7836519-F874-1605-EFAF-746DBA434D0A}"/>
              </a:ext>
            </a:extLst>
          </p:cNvPr>
          <p:cNvSpPr>
            <a:spLocks noGrp="1"/>
          </p:cNvSpPr>
          <p:nvPr>
            <p:ph idx="1"/>
          </p:nvPr>
        </p:nvSpPr>
        <p:spPr>
          <a:xfrm>
            <a:off x="628650" y="1772770"/>
            <a:ext cx="7886700" cy="4404193"/>
          </a:xfrm>
        </p:spPr>
        <p:txBody>
          <a:bodyPr/>
          <a:lstStyle/>
          <a:p>
            <a:pPr marL="0" indent="0">
              <a:buNone/>
            </a:pPr>
            <a:r>
              <a:rPr lang="en-IN" sz="2400" dirty="0"/>
              <a:t>Now open new terminal and type </a:t>
            </a:r>
          </a:p>
          <a:p>
            <a:pPr marL="0" indent="0">
              <a:buNone/>
            </a:pPr>
            <a:r>
              <a:rPr lang="en-IN" sz="2800" dirty="0">
                <a:solidFill>
                  <a:srgbClr val="C00000"/>
                </a:solidFill>
              </a:rPr>
              <a:t>C:\Users\SHRADHA&gt;docker </a:t>
            </a:r>
            <a:r>
              <a:rPr lang="en-IN" sz="2800" dirty="0" err="1">
                <a:solidFill>
                  <a:srgbClr val="C00000"/>
                </a:solidFill>
              </a:rPr>
              <a:t>ps</a:t>
            </a:r>
            <a:r>
              <a:rPr lang="en-IN" dirty="0">
                <a:solidFill>
                  <a:srgbClr val="FF0000"/>
                </a:solidFill>
              </a:rPr>
              <a:t/>
            </a:r>
            <a:br>
              <a:rPr lang="en-IN" dirty="0">
                <a:solidFill>
                  <a:srgbClr val="FF0000"/>
                </a:solidFill>
              </a:rPr>
            </a:br>
            <a:r>
              <a:rPr lang="en-IN" sz="2400" dirty="0"/>
              <a:t>Shows container ID of image and port on which it is running</a:t>
            </a:r>
            <a:endParaRPr lang="en-US" sz="2400" dirty="0"/>
          </a:p>
        </p:txBody>
      </p:sp>
      <p:pic>
        <p:nvPicPr>
          <p:cNvPr id="4" name="Content Placeholder 4">
            <a:extLst>
              <a:ext uri="{FF2B5EF4-FFF2-40B4-BE49-F238E27FC236}">
                <a16:creationId xmlns="" xmlns:a16="http://schemas.microsoft.com/office/drawing/2014/main" id="{F36CA26C-10E5-E0A0-27A5-B3970879458B}"/>
              </a:ext>
            </a:extLst>
          </p:cNvPr>
          <p:cNvPicPr>
            <a:picLocks noChangeAspect="1"/>
          </p:cNvPicPr>
          <p:nvPr/>
        </p:nvPicPr>
        <p:blipFill>
          <a:blip r:embed="rId2" cstate="print"/>
          <a:stretch>
            <a:fillRect/>
          </a:stretch>
        </p:blipFill>
        <p:spPr>
          <a:xfrm>
            <a:off x="628650" y="3571876"/>
            <a:ext cx="7886700" cy="2686326"/>
          </a:xfrm>
          <a:prstGeom prst="rect">
            <a:avLst/>
          </a:prstGeom>
        </p:spPr>
      </p:pic>
      <p:cxnSp>
        <p:nvCxnSpPr>
          <p:cNvPr id="6" name="Straight Arrow Connector 5"/>
          <p:cNvCxnSpPr/>
          <p:nvPr/>
        </p:nvCxnSpPr>
        <p:spPr>
          <a:xfrm rot="5400000">
            <a:off x="678629" y="3178967"/>
            <a:ext cx="1214446" cy="857256"/>
          </a:xfrm>
          <a:prstGeom prst="straightConnector1">
            <a:avLst/>
          </a:prstGeom>
          <a:ln w="38100">
            <a:solidFill>
              <a:srgbClr val="00B050"/>
            </a:solidFill>
            <a:tailEnd type="arrow"/>
          </a:ln>
        </p:spPr>
        <p:style>
          <a:lnRef idx="1">
            <a:schemeClr val="accent2"/>
          </a:lnRef>
          <a:fillRef idx="0">
            <a:schemeClr val="accent2"/>
          </a:fillRef>
          <a:effectRef idx="0">
            <a:schemeClr val="accent2"/>
          </a:effectRef>
          <a:fontRef idx="minor">
            <a:schemeClr val="tx1"/>
          </a:fontRef>
        </p:style>
      </p:cxnSp>
      <p:cxnSp>
        <p:nvCxnSpPr>
          <p:cNvPr id="7" name="Straight Arrow Connector 6"/>
          <p:cNvCxnSpPr/>
          <p:nvPr/>
        </p:nvCxnSpPr>
        <p:spPr>
          <a:xfrm>
            <a:off x="5072066" y="3000372"/>
            <a:ext cx="1500198" cy="1214446"/>
          </a:xfrm>
          <a:prstGeom prst="straightConnector1">
            <a:avLst/>
          </a:prstGeom>
          <a:ln w="38100">
            <a:solidFill>
              <a:srgbClr val="00B050"/>
            </a:solidFill>
            <a:tailEnd type="arrow"/>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 xmlns:p14="http://schemas.microsoft.com/office/powerpoint/2010/main" val="422771349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8077BB-E98A-6637-3EA0-55D89276A224}"/>
              </a:ext>
            </a:extLst>
          </p:cNvPr>
          <p:cNvSpPr>
            <a:spLocks noGrp="1"/>
          </p:cNvSpPr>
          <p:nvPr>
            <p:ph type="title"/>
          </p:nvPr>
        </p:nvSpPr>
        <p:spPr>
          <a:xfrm>
            <a:off x="457200" y="274637"/>
            <a:ext cx="8229600" cy="2476783"/>
          </a:xfrm>
        </p:spPr>
        <p:txBody>
          <a:bodyPr>
            <a:noAutofit/>
          </a:bodyPr>
          <a:lstStyle/>
          <a:p>
            <a:r>
              <a:rPr lang="en-IN" sz="4400" dirty="0" err="1"/>
              <a:t>Goto</a:t>
            </a:r>
            <a:r>
              <a:rPr lang="en-IN" sz="4400" dirty="0"/>
              <a:t> previous command prompt and press Control C to stop </a:t>
            </a:r>
            <a:r>
              <a:rPr lang="en-IN" sz="4400" dirty="0" err="1"/>
              <a:t>redis</a:t>
            </a:r>
            <a:r>
              <a:rPr lang="en-IN" sz="4400" dirty="0"/>
              <a:t> container running</a:t>
            </a:r>
            <a:endParaRPr lang="en-US" sz="4400" dirty="0"/>
          </a:p>
        </p:txBody>
      </p:sp>
      <p:pic>
        <p:nvPicPr>
          <p:cNvPr id="5" name="Content Placeholder 4">
            <a:extLst>
              <a:ext uri="{FF2B5EF4-FFF2-40B4-BE49-F238E27FC236}">
                <a16:creationId xmlns="" xmlns:a16="http://schemas.microsoft.com/office/drawing/2014/main" id="{29E6A5A7-BB80-AA4C-E369-28B874E797A8}"/>
              </a:ext>
            </a:extLst>
          </p:cNvPr>
          <p:cNvPicPr>
            <a:picLocks noGrp="1" noChangeAspect="1"/>
          </p:cNvPicPr>
          <p:nvPr>
            <p:ph idx="1"/>
          </p:nvPr>
        </p:nvPicPr>
        <p:blipFill>
          <a:blip r:embed="rId2" cstate="print"/>
          <a:stretch>
            <a:fillRect/>
          </a:stretch>
        </p:blipFill>
        <p:spPr>
          <a:xfrm>
            <a:off x="628650" y="2751421"/>
            <a:ext cx="7886700" cy="3831942"/>
          </a:xfrm>
        </p:spPr>
      </p:pic>
    </p:spTree>
    <p:extLst>
      <p:ext uri="{BB962C8B-B14F-4D97-AF65-F5344CB8AC3E}">
        <p14:creationId xmlns="" xmlns:p14="http://schemas.microsoft.com/office/powerpoint/2010/main" val="168278478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B51E14-97B3-985D-03BB-C3EA586DAD6D}"/>
              </a:ext>
            </a:extLst>
          </p:cNvPr>
          <p:cNvSpPr>
            <a:spLocks noGrp="1"/>
          </p:cNvSpPr>
          <p:nvPr>
            <p:ph type="title"/>
          </p:nvPr>
        </p:nvSpPr>
        <p:spPr>
          <a:xfrm>
            <a:off x="457200" y="908650"/>
            <a:ext cx="8229600" cy="1426122"/>
          </a:xfrm>
        </p:spPr>
        <p:txBody>
          <a:bodyPr>
            <a:noAutofit/>
          </a:bodyPr>
          <a:lstStyle/>
          <a:p>
            <a:r>
              <a:rPr lang="en-IN" sz="4400" dirty="0"/>
              <a:t>If u give in other command prompt C:\Users\SHRADHA&gt;docker </a:t>
            </a:r>
            <a:r>
              <a:rPr lang="en-IN" sz="4400" dirty="0" err="1"/>
              <a:t>ps</a:t>
            </a:r>
            <a:r>
              <a:rPr lang="en-IN" sz="4400" dirty="0"/>
              <a:t/>
            </a:r>
            <a:br>
              <a:rPr lang="en-IN" sz="4400" dirty="0"/>
            </a:br>
            <a:r>
              <a:rPr lang="en-IN" sz="4400" dirty="0"/>
              <a:t>it shows container stopped running</a:t>
            </a:r>
            <a:endParaRPr lang="en-US" sz="4400" dirty="0"/>
          </a:p>
        </p:txBody>
      </p:sp>
      <p:pic>
        <p:nvPicPr>
          <p:cNvPr id="5" name="Content Placeholder 4">
            <a:extLst>
              <a:ext uri="{FF2B5EF4-FFF2-40B4-BE49-F238E27FC236}">
                <a16:creationId xmlns="" xmlns:a16="http://schemas.microsoft.com/office/drawing/2014/main" id="{96E65421-FDC3-2B8B-9BA7-CD41DB1229C0}"/>
              </a:ext>
            </a:extLst>
          </p:cNvPr>
          <p:cNvPicPr>
            <a:picLocks noGrp="1" noChangeAspect="1"/>
          </p:cNvPicPr>
          <p:nvPr>
            <p:ph idx="1"/>
          </p:nvPr>
        </p:nvPicPr>
        <p:blipFill>
          <a:blip r:embed="rId2" cstate="print"/>
          <a:stretch>
            <a:fillRect/>
          </a:stretch>
        </p:blipFill>
        <p:spPr>
          <a:xfrm>
            <a:off x="457200" y="3080022"/>
            <a:ext cx="8075350" cy="2869327"/>
          </a:xfrm>
        </p:spPr>
      </p:pic>
    </p:spTree>
    <p:extLst>
      <p:ext uri="{BB962C8B-B14F-4D97-AF65-F5344CB8AC3E}">
        <p14:creationId xmlns="" xmlns:p14="http://schemas.microsoft.com/office/powerpoint/2010/main" val="310385024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B695BC-0E73-EBD5-607D-5A627AE9D95B}"/>
              </a:ext>
            </a:extLst>
          </p:cNvPr>
          <p:cNvSpPr>
            <a:spLocks noGrp="1"/>
          </p:cNvSpPr>
          <p:nvPr>
            <p:ph type="title"/>
          </p:nvPr>
        </p:nvSpPr>
        <p:spPr>
          <a:xfrm>
            <a:off x="427090" y="365126"/>
            <a:ext cx="8537520" cy="1325563"/>
          </a:xfrm>
        </p:spPr>
        <p:txBody>
          <a:bodyPr>
            <a:noAutofit/>
          </a:bodyPr>
          <a:lstStyle/>
          <a:p>
            <a:r>
              <a:rPr lang="en-IN" sz="4400" dirty="0"/>
              <a:t>Run in detached mode means starts new container with command  </a:t>
            </a:r>
            <a:endParaRPr lang="en-US" sz="4400" dirty="0"/>
          </a:p>
        </p:txBody>
      </p:sp>
      <p:pic>
        <p:nvPicPr>
          <p:cNvPr id="5" name="Content Placeholder 4">
            <a:extLst>
              <a:ext uri="{FF2B5EF4-FFF2-40B4-BE49-F238E27FC236}">
                <a16:creationId xmlns="" xmlns:a16="http://schemas.microsoft.com/office/drawing/2014/main" id="{199AEE6A-80A4-AF13-D60E-C2A5F574446C}"/>
              </a:ext>
            </a:extLst>
          </p:cNvPr>
          <p:cNvPicPr>
            <a:picLocks noGrp="1" noChangeAspect="1"/>
          </p:cNvPicPr>
          <p:nvPr>
            <p:ph idx="1"/>
          </p:nvPr>
        </p:nvPicPr>
        <p:blipFill>
          <a:blip r:embed="rId2" cstate="print"/>
          <a:stretch>
            <a:fillRect/>
          </a:stretch>
        </p:blipFill>
        <p:spPr>
          <a:xfrm>
            <a:off x="467431" y="1999097"/>
            <a:ext cx="8189260" cy="1429903"/>
          </a:xfrm>
        </p:spPr>
      </p:pic>
      <p:pic>
        <p:nvPicPr>
          <p:cNvPr id="7" name="Picture 6">
            <a:extLst>
              <a:ext uri="{FF2B5EF4-FFF2-40B4-BE49-F238E27FC236}">
                <a16:creationId xmlns="" xmlns:a16="http://schemas.microsoft.com/office/drawing/2014/main" id="{78211673-6FE7-9C0D-378E-3442827FADD7}"/>
              </a:ext>
            </a:extLst>
          </p:cNvPr>
          <p:cNvPicPr>
            <a:picLocks noChangeAspect="1"/>
          </p:cNvPicPr>
          <p:nvPr/>
        </p:nvPicPr>
        <p:blipFill>
          <a:blip r:embed="rId3" cstate="print"/>
          <a:stretch>
            <a:fillRect/>
          </a:stretch>
        </p:blipFill>
        <p:spPr>
          <a:xfrm>
            <a:off x="467430" y="3727316"/>
            <a:ext cx="8229600" cy="2438063"/>
          </a:xfrm>
          <a:prstGeom prst="rect">
            <a:avLst/>
          </a:prstGeom>
        </p:spPr>
      </p:pic>
    </p:spTree>
    <p:extLst>
      <p:ext uri="{BB962C8B-B14F-4D97-AF65-F5344CB8AC3E}">
        <p14:creationId xmlns="" xmlns:p14="http://schemas.microsoft.com/office/powerpoint/2010/main" val="250369582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874EDE-04DF-61E0-C81D-2FEB556A996E}"/>
              </a:ext>
            </a:extLst>
          </p:cNvPr>
          <p:cNvSpPr>
            <a:spLocks noGrp="1"/>
          </p:cNvSpPr>
          <p:nvPr>
            <p:ph type="title"/>
          </p:nvPr>
        </p:nvSpPr>
        <p:spPr>
          <a:xfrm>
            <a:off x="285720" y="365126"/>
            <a:ext cx="8501122" cy="1325563"/>
          </a:xfrm>
        </p:spPr>
        <p:txBody>
          <a:bodyPr>
            <a:normAutofit/>
          </a:bodyPr>
          <a:lstStyle/>
          <a:p>
            <a:r>
              <a:rPr lang="en-IN" sz="4400" u="sng" dirty="0" smtClean="0"/>
              <a:t>stop command </a:t>
            </a:r>
            <a:r>
              <a:rPr lang="en-IN" sz="4400" dirty="0" smtClean="0"/>
              <a:t/>
            </a:r>
            <a:br>
              <a:rPr lang="en-IN" sz="4400" dirty="0" smtClean="0"/>
            </a:br>
            <a:r>
              <a:rPr lang="en-IN" sz="4400" dirty="0" smtClean="0"/>
              <a:t>stops running container</a:t>
            </a:r>
            <a:endParaRPr lang="en-US" sz="4400" dirty="0"/>
          </a:p>
        </p:txBody>
      </p:sp>
      <p:sp>
        <p:nvSpPr>
          <p:cNvPr id="3" name="Content Placeholder 2">
            <a:extLst>
              <a:ext uri="{FF2B5EF4-FFF2-40B4-BE49-F238E27FC236}">
                <a16:creationId xmlns="" xmlns:a16="http://schemas.microsoft.com/office/drawing/2014/main" id="{A4FE09A6-16B6-C74F-72C3-0506F0A778BA}"/>
              </a:ext>
            </a:extLst>
          </p:cNvPr>
          <p:cNvSpPr>
            <a:spLocks noGrp="1"/>
          </p:cNvSpPr>
          <p:nvPr>
            <p:ph idx="1"/>
          </p:nvPr>
        </p:nvSpPr>
        <p:spPr/>
        <p:txBody>
          <a:bodyPr>
            <a:normAutofit/>
          </a:bodyPr>
          <a:lstStyle/>
          <a:p>
            <a:r>
              <a:rPr lang="en-IN" sz="2800" dirty="0">
                <a:solidFill>
                  <a:srgbClr val="C00000"/>
                </a:solidFill>
              </a:rPr>
              <a:t>$docker stop command</a:t>
            </a:r>
            <a:endParaRPr lang="en-US" sz="2800" dirty="0">
              <a:solidFill>
                <a:srgbClr val="C00000"/>
              </a:solidFill>
            </a:endParaRPr>
          </a:p>
        </p:txBody>
      </p:sp>
      <p:pic>
        <p:nvPicPr>
          <p:cNvPr id="4" name="Content Placeholder 4">
            <a:extLst>
              <a:ext uri="{FF2B5EF4-FFF2-40B4-BE49-F238E27FC236}">
                <a16:creationId xmlns="" xmlns:a16="http://schemas.microsoft.com/office/drawing/2014/main" id="{D368E72E-0510-404C-075C-EF235AF495B9}"/>
              </a:ext>
            </a:extLst>
          </p:cNvPr>
          <p:cNvPicPr>
            <a:picLocks noChangeAspect="1"/>
          </p:cNvPicPr>
          <p:nvPr/>
        </p:nvPicPr>
        <p:blipFill>
          <a:blip r:embed="rId2" cstate="print"/>
          <a:stretch>
            <a:fillRect/>
          </a:stretch>
        </p:blipFill>
        <p:spPr>
          <a:xfrm>
            <a:off x="755470" y="2602557"/>
            <a:ext cx="7255810" cy="3540073"/>
          </a:xfrm>
          <a:prstGeom prst="rect">
            <a:avLst/>
          </a:prstGeom>
        </p:spPr>
      </p:pic>
    </p:spTree>
    <p:extLst>
      <p:ext uri="{BB962C8B-B14F-4D97-AF65-F5344CB8AC3E}">
        <p14:creationId xmlns="" xmlns:p14="http://schemas.microsoft.com/office/powerpoint/2010/main" val="311352111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828E38-59EA-7189-B3D1-1FB47FA7A9E8}"/>
              </a:ext>
            </a:extLst>
          </p:cNvPr>
          <p:cNvSpPr>
            <a:spLocks noGrp="1"/>
          </p:cNvSpPr>
          <p:nvPr>
            <p:ph type="title"/>
          </p:nvPr>
        </p:nvSpPr>
        <p:spPr/>
        <p:txBody>
          <a:bodyPr>
            <a:normAutofit/>
          </a:bodyPr>
          <a:lstStyle/>
          <a:p>
            <a:pPr algn="l"/>
            <a:r>
              <a:rPr lang="en-US" sz="2800" dirty="0">
                <a:solidFill>
                  <a:srgbClr val="C00000"/>
                </a:solidFill>
                <a:latin typeface="+mn-lt"/>
              </a:rPr>
              <a:t>$docker </a:t>
            </a:r>
            <a:r>
              <a:rPr lang="en-US" sz="2800" dirty="0" err="1">
                <a:solidFill>
                  <a:srgbClr val="C00000"/>
                </a:solidFill>
                <a:latin typeface="+mn-lt"/>
              </a:rPr>
              <a:t>ps</a:t>
            </a:r>
            <a:r>
              <a:rPr lang="en-US" sz="2800" dirty="0">
                <a:solidFill>
                  <a:srgbClr val="C00000"/>
                </a:solidFill>
                <a:latin typeface="+mn-lt"/>
              </a:rPr>
              <a:t> –a </a:t>
            </a:r>
            <a:br>
              <a:rPr lang="en-US" sz="2800" dirty="0">
                <a:solidFill>
                  <a:srgbClr val="C00000"/>
                </a:solidFill>
                <a:latin typeface="+mn-lt"/>
              </a:rPr>
            </a:br>
            <a:r>
              <a:rPr lang="en-US" sz="2800" dirty="0">
                <a:solidFill>
                  <a:srgbClr val="C00000"/>
                </a:solidFill>
                <a:latin typeface="+mn-lt"/>
              </a:rPr>
              <a:t/>
            </a:r>
            <a:br>
              <a:rPr lang="en-US" sz="2800" dirty="0">
                <a:solidFill>
                  <a:srgbClr val="C00000"/>
                </a:solidFill>
                <a:latin typeface="+mn-lt"/>
              </a:rPr>
            </a:br>
            <a:r>
              <a:rPr lang="en-US" sz="2400" dirty="0">
                <a:latin typeface="+mn-lt"/>
              </a:rPr>
              <a:t>shows both running and stopped containers </a:t>
            </a:r>
          </a:p>
        </p:txBody>
      </p:sp>
      <p:pic>
        <p:nvPicPr>
          <p:cNvPr id="5" name="Content Placeholder 4">
            <a:extLst>
              <a:ext uri="{FF2B5EF4-FFF2-40B4-BE49-F238E27FC236}">
                <a16:creationId xmlns="" xmlns:a16="http://schemas.microsoft.com/office/drawing/2014/main" id="{CA977320-C038-D08E-1C59-2589E74CAD05}"/>
              </a:ext>
            </a:extLst>
          </p:cNvPr>
          <p:cNvPicPr>
            <a:picLocks noGrp="1" noChangeAspect="1"/>
          </p:cNvPicPr>
          <p:nvPr>
            <p:ph idx="1"/>
          </p:nvPr>
        </p:nvPicPr>
        <p:blipFill>
          <a:blip r:embed="rId2" cstate="print"/>
          <a:stretch>
            <a:fillRect/>
          </a:stretch>
        </p:blipFill>
        <p:spPr>
          <a:xfrm>
            <a:off x="628650" y="1916794"/>
            <a:ext cx="7886700" cy="4248586"/>
          </a:xfrm>
          <a:solidFill>
            <a:schemeClr val="accent2"/>
          </a:solidFill>
        </p:spPr>
      </p:pic>
      <p:cxnSp>
        <p:nvCxnSpPr>
          <p:cNvPr id="7" name="Straight Connector 6">
            <a:extLst>
              <a:ext uri="{FF2B5EF4-FFF2-40B4-BE49-F238E27FC236}">
                <a16:creationId xmlns="" xmlns:a16="http://schemas.microsoft.com/office/drawing/2014/main" id="{E68ADD7A-F9EB-29E0-3277-3408964D8828}"/>
              </a:ext>
            </a:extLst>
          </p:cNvPr>
          <p:cNvCxnSpPr>
            <a:cxnSpLocks/>
          </p:cNvCxnSpPr>
          <p:nvPr/>
        </p:nvCxnSpPr>
        <p:spPr>
          <a:xfrm flipH="1">
            <a:off x="457200" y="4005080"/>
            <a:ext cx="7427260" cy="0"/>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 xmlns:p14="http://schemas.microsoft.com/office/powerpoint/2010/main" val="387953669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62FDFF-B75C-9F1C-62D4-DA1B2E110104}"/>
              </a:ext>
            </a:extLst>
          </p:cNvPr>
          <p:cNvSpPr>
            <a:spLocks noGrp="1"/>
          </p:cNvSpPr>
          <p:nvPr>
            <p:ph type="title"/>
          </p:nvPr>
        </p:nvSpPr>
        <p:spPr/>
        <p:txBody>
          <a:bodyPr>
            <a:normAutofit/>
          </a:bodyPr>
          <a:lstStyle/>
          <a:p>
            <a:pPr algn="l"/>
            <a:r>
              <a:rPr lang="en-IN" sz="3100" dirty="0">
                <a:solidFill>
                  <a:srgbClr val="C00000"/>
                </a:solidFill>
                <a:latin typeface="+mn-lt"/>
              </a:rPr>
              <a:t>$docker start </a:t>
            </a:r>
            <a:r>
              <a:rPr lang="en-IN" sz="3100" dirty="0" err="1">
                <a:solidFill>
                  <a:srgbClr val="C00000"/>
                </a:solidFill>
                <a:latin typeface="+mn-lt"/>
              </a:rPr>
              <a:t>containerID</a:t>
            </a:r>
            <a:r>
              <a:rPr lang="en-IN" sz="3100" dirty="0">
                <a:solidFill>
                  <a:srgbClr val="C00000"/>
                </a:solidFill>
                <a:latin typeface="+mn-lt"/>
              </a:rPr>
              <a:t> </a:t>
            </a:r>
            <a:r>
              <a:rPr lang="en-IN" sz="3200" dirty="0">
                <a:latin typeface="+mn-lt"/>
              </a:rPr>
              <a:t/>
            </a:r>
            <a:br>
              <a:rPr lang="en-IN" sz="3200" dirty="0">
                <a:latin typeface="+mn-lt"/>
              </a:rPr>
            </a:br>
            <a:r>
              <a:rPr lang="en-IN" sz="2400" dirty="0">
                <a:latin typeface="+mn-lt"/>
              </a:rPr>
              <a:t>used to restart the container if it has stopped due to application crash or if error </a:t>
            </a:r>
            <a:r>
              <a:rPr lang="en-IN" sz="2400" dirty="0" smtClean="0">
                <a:latin typeface="+mn-lt"/>
              </a:rPr>
              <a:t>occurred</a:t>
            </a:r>
            <a:endParaRPr lang="en-US" sz="2400" dirty="0">
              <a:latin typeface="+mn-lt"/>
            </a:endParaRPr>
          </a:p>
        </p:txBody>
      </p:sp>
      <p:pic>
        <p:nvPicPr>
          <p:cNvPr id="5" name="Content Placeholder 4">
            <a:extLst>
              <a:ext uri="{FF2B5EF4-FFF2-40B4-BE49-F238E27FC236}">
                <a16:creationId xmlns="" xmlns:a16="http://schemas.microsoft.com/office/drawing/2014/main" id="{23D36C8F-811F-5596-2DB0-3EFFCCE0E525}"/>
              </a:ext>
            </a:extLst>
          </p:cNvPr>
          <p:cNvPicPr>
            <a:picLocks noGrp="1" noChangeAspect="1"/>
          </p:cNvPicPr>
          <p:nvPr>
            <p:ph idx="1"/>
          </p:nvPr>
        </p:nvPicPr>
        <p:blipFill>
          <a:blip r:embed="rId2" cstate="print"/>
          <a:stretch>
            <a:fillRect/>
          </a:stretch>
        </p:blipFill>
        <p:spPr>
          <a:xfrm>
            <a:off x="628650" y="1825624"/>
            <a:ext cx="7886700" cy="4667249"/>
          </a:xfrm>
        </p:spPr>
      </p:pic>
    </p:spTree>
    <p:extLst>
      <p:ext uri="{BB962C8B-B14F-4D97-AF65-F5344CB8AC3E}">
        <p14:creationId xmlns="" xmlns:p14="http://schemas.microsoft.com/office/powerpoint/2010/main" val="128648633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393F36-BCFD-6BFB-BF8B-395AFE6C4EDE}"/>
              </a:ext>
            </a:extLst>
          </p:cNvPr>
          <p:cNvSpPr>
            <a:spLocks noGrp="1"/>
          </p:cNvSpPr>
          <p:nvPr>
            <p:ph type="title"/>
          </p:nvPr>
        </p:nvSpPr>
        <p:spPr/>
        <p:txBody>
          <a:bodyPr>
            <a:normAutofit fontScale="90000"/>
          </a:bodyPr>
          <a:lstStyle/>
          <a:p>
            <a:r>
              <a:rPr lang="en-IN" sz="4000" dirty="0"/>
              <a:t>Creating same image with different version in one </a:t>
            </a:r>
            <a:r>
              <a:rPr lang="en-IN" sz="4000" dirty="0" smtClean="0"/>
              <a:t>application</a:t>
            </a:r>
            <a:br>
              <a:rPr lang="en-IN" sz="4000" dirty="0" smtClean="0"/>
            </a:br>
            <a:r>
              <a:rPr lang="en-IN" sz="4400" dirty="0" err="1" smtClean="0">
                <a:solidFill>
                  <a:srgbClr val="FF0000"/>
                </a:solidFill>
              </a:rPr>
              <a:t>docker</a:t>
            </a:r>
            <a:r>
              <a:rPr lang="en-IN" sz="4400" dirty="0" smtClean="0">
                <a:solidFill>
                  <a:srgbClr val="FF0000"/>
                </a:solidFill>
              </a:rPr>
              <a:t> run redis:5.0</a:t>
            </a:r>
            <a:br>
              <a:rPr lang="en-IN" sz="4400" dirty="0" smtClean="0">
                <a:solidFill>
                  <a:srgbClr val="FF0000"/>
                </a:solidFill>
              </a:rPr>
            </a:br>
            <a:endParaRPr lang="en-US" sz="4400" dirty="0">
              <a:solidFill>
                <a:srgbClr val="FF0000"/>
              </a:solidFill>
            </a:endParaRPr>
          </a:p>
        </p:txBody>
      </p:sp>
      <p:pic>
        <p:nvPicPr>
          <p:cNvPr id="5" name="Content Placeholder 4">
            <a:extLst>
              <a:ext uri="{FF2B5EF4-FFF2-40B4-BE49-F238E27FC236}">
                <a16:creationId xmlns="" xmlns:a16="http://schemas.microsoft.com/office/drawing/2014/main" id="{32E38357-F3AA-BF09-CC30-1B66B791F054}"/>
              </a:ext>
            </a:extLst>
          </p:cNvPr>
          <p:cNvPicPr>
            <a:picLocks noGrp="1" noChangeAspect="1"/>
          </p:cNvPicPr>
          <p:nvPr>
            <p:ph idx="1"/>
          </p:nvPr>
        </p:nvPicPr>
        <p:blipFill>
          <a:blip r:embed="rId2" cstate="print"/>
          <a:stretch>
            <a:fillRect/>
          </a:stretch>
        </p:blipFill>
        <p:spPr>
          <a:xfrm>
            <a:off x="634797" y="3220204"/>
            <a:ext cx="7874405" cy="1562180"/>
          </a:xfrm>
        </p:spPr>
      </p:pic>
      <p:pic>
        <p:nvPicPr>
          <p:cNvPr id="7" name="Picture 6">
            <a:extLst>
              <a:ext uri="{FF2B5EF4-FFF2-40B4-BE49-F238E27FC236}">
                <a16:creationId xmlns="" xmlns:a16="http://schemas.microsoft.com/office/drawing/2014/main" id="{33BF7D73-D219-69E8-D5D2-8ECB339F531D}"/>
              </a:ext>
            </a:extLst>
          </p:cNvPr>
          <p:cNvPicPr>
            <a:picLocks noChangeAspect="1"/>
          </p:cNvPicPr>
          <p:nvPr/>
        </p:nvPicPr>
        <p:blipFill>
          <a:blip r:embed="rId3" cstate="print"/>
          <a:stretch>
            <a:fillRect/>
          </a:stretch>
        </p:blipFill>
        <p:spPr>
          <a:xfrm>
            <a:off x="634797" y="1690690"/>
            <a:ext cx="8113783" cy="5167312"/>
          </a:xfrm>
          <a:prstGeom prst="rect">
            <a:avLst/>
          </a:prstGeom>
        </p:spPr>
      </p:pic>
    </p:spTree>
    <p:extLst>
      <p:ext uri="{BB962C8B-B14F-4D97-AF65-F5344CB8AC3E}">
        <p14:creationId xmlns="" xmlns:p14="http://schemas.microsoft.com/office/powerpoint/2010/main" val="152344478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797BDC-7440-7F93-F4BD-F413AB28145C}"/>
              </a:ext>
            </a:extLst>
          </p:cNvPr>
          <p:cNvSpPr>
            <a:spLocks noGrp="1"/>
          </p:cNvSpPr>
          <p:nvPr>
            <p:ph type="title"/>
          </p:nvPr>
        </p:nvSpPr>
        <p:spPr>
          <a:xfrm>
            <a:off x="457200" y="274638"/>
            <a:ext cx="8229600" cy="2506272"/>
          </a:xfrm>
        </p:spPr>
        <p:txBody>
          <a:bodyPr>
            <a:noAutofit/>
          </a:bodyPr>
          <a:lstStyle/>
          <a:p>
            <a:pPr algn="just"/>
            <a:r>
              <a:rPr lang="en-IN" sz="2800" dirty="0">
                <a:latin typeface="+mn-lt"/>
              </a:rPr>
              <a:t>Here are two </a:t>
            </a:r>
            <a:r>
              <a:rPr lang="en-IN" sz="2800" dirty="0" err="1">
                <a:latin typeface="+mn-lt"/>
              </a:rPr>
              <a:t>redis</a:t>
            </a:r>
            <a:r>
              <a:rPr lang="en-IN" sz="2800" dirty="0">
                <a:latin typeface="+mn-lt"/>
              </a:rPr>
              <a:t> images with different versions run using a container having the same port 6379 number. The containers having the same port can be bind to a different port on a host machine/ laptop.</a:t>
            </a:r>
            <a:endParaRPr lang="en-US" sz="2800" dirty="0">
              <a:latin typeface="+mn-lt"/>
            </a:endParaRPr>
          </a:p>
        </p:txBody>
      </p:sp>
      <p:pic>
        <p:nvPicPr>
          <p:cNvPr id="5" name="Content Placeholder 4">
            <a:extLst>
              <a:ext uri="{FF2B5EF4-FFF2-40B4-BE49-F238E27FC236}">
                <a16:creationId xmlns="" xmlns:a16="http://schemas.microsoft.com/office/drawing/2014/main" id="{371B9BA9-8252-BB45-CCCA-44A6D08C8957}"/>
              </a:ext>
            </a:extLst>
          </p:cNvPr>
          <p:cNvPicPr>
            <a:picLocks noGrp="1" noChangeAspect="1"/>
          </p:cNvPicPr>
          <p:nvPr>
            <p:ph idx="1"/>
          </p:nvPr>
        </p:nvPicPr>
        <p:blipFill>
          <a:blip r:embed="rId2" cstate="print"/>
          <a:stretch>
            <a:fillRect/>
          </a:stretch>
        </p:blipFill>
        <p:spPr>
          <a:xfrm>
            <a:off x="628650" y="2708900"/>
            <a:ext cx="8058150" cy="3744520"/>
          </a:xfrm>
        </p:spPr>
      </p:pic>
    </p:spTree>
    <p:extLst>
      <p:ext uri="{BB962C8B-B14F-4D97-AF65-F5344CB8AC3E}">
        <p14:creationId xmlns="" xmlns:p14="http://schemas.microsoft.com/office/powerpoint/2010/main" val="252929084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3CD567-45BC-B126-8D44-8BF7331D0323}"/>
              </a:ext>
            </a:extLst>
          </p:cNvPr>
          <p:cNvSpPr>
            <a:spLocks noGrp="1"/>
          </p:cNvSpPr>
          <p:nvPr>
            <p:ph type="title"/>
          </p:nvPr>
        </p:nvSpPr>
        <p:spPr>
          <a:xfrm>
            <a:off x="357158" y="1"/>
            <a:ext cx="8786842" cy="1000108"/>
          </a:xfrm>
        </p:spPr>
        <p:txBody>
          <a:bodyPr>
            <a:normAutofit/>
          </a:bodyPr>
          <a:lstStyle/>
          <a:p>
            <a:r>
              <a:rPr lang="en-IN" dirty="0"/>
              <a:t>Use –p port number to bind the </a:t>
            </a:r>
            <a:r>
              <a:rPr lang="en-IN" dirty="0" err="1"/>
              <a:t>redis</a:t>
            </a:r>
            <a:r>
              <a:rPr lang="en-IN" dirty="0"/>
              <a:t> to port 6000</a:t>
            </a:r>
            <a:endParaRPr lang="en-US" dirty="0"/>
          </a:p>
        </p:txBody>
      </p:sp>
      <p:sp>
        <p:nvSpPr>
          <p:cNvPr id="3" name="Content Placeholder 2">
            <a:extLst>
              <a:ext uri="{FF2B5EF4-FFF2-40B4-BE49-F238E27FC236}">
                <a16:creationId xmlns="" xmlns:a16="http://schemas.microsoft.com/office/drawing/2014/main" id="{74C932DE-D7FE-44E1-4A14-4A4947C3589E}"/>
              </a:ext>
            </a:extLst>
          </p:cNvPr>
          <p:cNvSpPr>
            <a:spLocks noGrp="1"/>
          </p:cNvSpPr>
          <p:nvPr>
            <p:ph idx="1"/>
          </p:nvPr>
        </p:nvSpPr>
        <p:spPr/>
        <p:txBody>
          <a:bodyPr/>
          <a:lstStyle/>
          <a:p>
            <a:endParaRPr lang="en-US"/>
          </a:p>
        </p:txBody>
      </p:sp>
      <p:pic>
        <p:nvPicPr>
          <p:cNvPr id="5" name="Picture 4">
            <a:extLst>
              <a:ext uri="{FF2B5EF4-FFF2-40B4-BE49-F238E27FC236}">
                <a16:creationId xmlns="" xmlns:a16="http://schemas.microsoft.com/office/drawing/2014/main" id="{2F51DB36-070C-F2E9-30FD-5672695AC528}"/>
              </a:ext>
            </a:extLst>
          </p:cNvPr>
          <p:cNvPicPr>
            <a:picLocks noChangeAspect="1"/>
          </p:cNvPicPr>
          <p:nvPr/>
        </p:nvPicPr>
        <p:blipFill>
          <a:blip r:embed="rId2" cstate="print"/>
          <a:stretch>
            <a:fillRect/>
          </a:stretch>
        </p:blipFill>
        <p:spPr>
          <a:xfrm>
            <a:off x="539441" y="1608641"/>
            <a:ext cx="8147360" cy="4700083"/>
          </a:xfrm>
          <a:prstGeom prst="rect">
            <a:avLst/>
          </a:prstGeom>
        </p:spPr>
      </p:pic>
      <p:cxnSp>
        <p:nvCxnSpPr>
          <p:cNvPr id="7" name="Straight Arrow Connector 6"/>
          <p:cNvCxnSpPr/>
          <p:nvPr/>
        </p:nvCxnSpPr>
        <p:spPr>
          <a:xfrm>
            <a:off x="1857358" y="1285862"/>
            <a:ext cx="927897" cy="572296"/>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10800000" flipV="1">
            <a:off x="3286116" y="1285860"/>
            <a:ext cx="857256" cy="57150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357290" y="928670"/>
            <a:ext cx="1928794" cy="369332"/>
          </a:xfrm>
          <a:prstGeom prst="rect">
            <a:avLst/>
          </a:prstGeom>
          <a:noFill/>
        </p:spPr>
        <p:txBody>
          <a:bodyPr wrap="square" rtlCol="0">
            <a:spAutoFit/>
          </a:bodyPr>
          <a:lstStyle/>
          <a:p>
            <a:r>
              <a:rPr lang="en-IN" dirty="0" smtClean="0"/>
              <a:t>new port number</a:t>
            </a:r>
            <a:endParaRPr lang="en-IN" dirty="0"/>
          </a:p>
        </p:txBody>
      </p:sp>
      <p:sp>
        <p:nvSpPr>
          <p:cNvPr id="11" name="TextBox 10"/>
          <p:cNvSpPr txBox="1"/>
          <p:nvPr/>
        </p:nvSpPr>
        <p:spPr>
          <a:xfrm>
            <a:off x="3929058" y="928670"/>
            <a:ext cx="1928826" cy="369332"/>
          </a:xfrm>
          <a:prstGeom prst="rect">
            <a:avLst/>
          </a:prstGeom>
          <a:noFill/>
        </p:spPr>
        <p:txBody>
          <a:bodyPr wrap="square" rtlCol="0">
            <a:spAutoFit/>
          </a:bodyPr>
          <a:lstStyle/>
          <a:p>
            <a:r>
              <a:rPr lang="en-IN" dirty="0" smtClean="0"/>
              <a:t>old port number</a:t>
            </a:r>
            <a:endParaRPr lang="en-IN" dirty="0"/>
          </a:p>
        </p:txBody>
      </p:sp>
    </p:spTree>
    <p:extLst>
      <p:ext uri="{BB962C8B-B14F-4D97-AF65-F5344CB8AC3E}">
        <p14:creationId xmlns="" xmlns:p14="http://schemas.microsoft.com/office/powerpoint/2010/main" val="180145882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A639FD-9759-BB26-D6D6-8D6EE637113E}"/>
              </a:ext>
            </a:extLst>
          </p:cNvPr>
          <p:cNvSpPr>
            <a:spLocks noGrp="1"/>
          </p:cNvSpPr>
          <p:nvPr>
            <p:ph type="title"/>
          </p:nvPr>
        </p:nvSpPr>
        <p:spPr/>
        <p:txBody>
          <a:bodyPr/>
          <a:lstStyle/>
          <a:p>
            <a:r>
              <a:rPr lang="en-IN" dirty="0"/>
              <a:t>Shows </a:t>
            </a:r>
            <a:r>
              <a:rPr lang="en-IN" dirty="0" err="1"/>
              <a:t>redis</a:t>
            </a:r>
            <a:r>
              <a:rPr lang="en-IN" dirty="0"/>
              <a:t> </a:t>
            </a:r>
            <a:r>
              <a:rPr lang="en-IN" dirty="0" err="1"/>
              <a:t>binded</a:t>
            </a:r>
            <a:r>
              <a:rPr lang="en-IN" dirty="0"/>
              <a:t> to port 6000</a:t>
            </a:r>
            <a:endParaRPr lang="en-US" dirty="0"/>
          </a:p>
        </p:txBody>
      </p:sp>
      <p:pic>
        <p:nvPicPr>
          <p:cNvPr id="5" name="Content Placeholder 4">
            <a:extLst>
              <a:ext uri="{FF2B5EF4-FFF2-40B4-BE49-F238E27FC236}">
                <a16:creationId xmlns="" xmlns:a16="http://schemas.microsoft.com/office/drawing/2014/main" id="{E3B7800B-95A8-C724-0805-978708069AA1}"/>
              </a:ext>
            </a:extLst>
          </p:cNvPr>
          <p:cNvPicPr>
            <a:picLocks noGrp="1" noChangeAspect="1"/>
          </p:cNvPicPr>
          <p:nvPr>
            <p:ph idx="1"/>
          </p:nvPr>
        </p:nvPicPr>
        <p:blipFill>
          <a:blip r:embed="rId2" cstate="print"/>
          <a:stretch>
            <a:fillRect/>
          </a:stretch>
        </p:blipFill>
        <p:spPr>
          <a:xfrm>
            <a:off x="628650" y="1709958"/>
            <a:ext cx="7886700" cy="4824670"/>
          </a:xfrm>
        </p:spPr>
      </p:pic>
      <p:pic>
        <p:nvPicPr>
          <p:cNvPr id="4" name="Ink 3">
            <a:extLst>
              <a:ext uri="{FF2B5EF4-FFF2-40B4-BE49-F238E27FC236}">
                <a16:creationId xmlns:mc="http://schemas.openxmlformats.org/markup-compatibility/2006" xmlns:p14="http://schemas.microsoft.com/office/powerpoint/2010/main" xmlns="" xmlns:a16="http://schemas.microsoft.com/office/drawing/2014/main" id="{110FE0BD-71E9-64D3-DF0B-327A68AD1E6C}"/>
              </a:ext>
            </a:extLst>
          </p:cNvPr>
          <p:cNvPicPr/>
          <p:nvPr/>
        </p:nvPicPr>
        <p:blipFill>
          <a:blip r:embed="rId3" cstate="print"/>
          <a:stretch>
            <a:fillRect/>
          </a:stretch>
        </p:blipFill>
        <p:spPr>
          <a:xfrm>
            <a:off x="6643702" y="4429132"/>
            <a:ext cx="2099880" cy="571504"/>
          </a:xfrm>
          <a:prstGeom prst="rect">
            <a:avLst/>
          </a:prstGeom>
        </p:spPr>
      </p:pic>
      <p:pic>
        <p:nvPicPr>
          <p:cNvPr id="6" name="Ink 5">
            <a:extLst>
              <a:ext uri="{FF2B5EF4-FFF2-40B4-BE49-F238E27FC236}">
                <a16:creationId xmlns:mc="http://schemas.openxmlformats.org/markup-compatibility/2006" xmlns:p14="http://schemas.microsoft.com/office/powerpoint/2010/main" xmlns="" xmlns:a16="http://schemas.microsoft.com/office/drawing/2014/main" id="{5EFB9E05-90CC-D1F8-A028-FA59EF90BB75}"/>
              </a:ext>
            </a:extLst>
          </p:cNvPr>
          <p:cNvPicPr/>
          <p:nvPr/>
        </p:nvPicPr>
        <p:blipFill>
          <a:blip r:embed="rId4" cstate="print"/>
          <a:stretch>
            <a:fillRect/>
          </a:stretch>
        </p:blipFill>
        <p:spPr>
          <a:xfrm>
            <a:off x="357158" y="4429132"/>
            <a:ext cx="1629360" cy="442425"/>
          </a:xfrm>
          <a:prstGeom prst="rect">
            <a:avLst/>
          </a:prstGeom>
        </p:spPr>
      </p:pic>
    </p:spTree>
    <p:extLst>
      <p:ext uri="{BB962C8B-B14F-4D97-AF65-F5344CB8AC3E}">
        <p14:creationId xmlns="" xmlns:p14="http://schemas.microsoft.com/office/powerpoint/2010/main" val="28678590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BCF506-A04F-429F-A798-E5344961A639}"/>
              </a:ext>
            </a:extLst>
          </p:cNvPr>
          <p:cNvSpPr>
            <a:spLocks noGrp="1"/>
          </p:cNvSpPr>
          <p:nvPr>
            <p:ph type="title"/>
          </p:nvPr>
        </p:nvSpPr>
        <p:spPr/>
        <p:txBody>
          <a:bodyPr>
            <a:normAutofit/>
          </a:bodyPr>
          <a:lstStyle/>
          <a:p>
            <a:r>
              <a:rPr lang="en-IN" dirty="0"/>
              <a:t>If redis:5.0 connected to same port 6000, then shows port error</a:t>
            </a:r>
            <a:endParaRPr lang="en-US" dirty="0"/>
          </a:p>
        </p:txBody>
      </p:sp>
      <p:pic>
        <p:nvPicPr>
          <p:cNvPr id="5" name="Content Placeholder 4">
            <a:extLst>
              <a:ext uri="{FF2B5EF4-FFF2-40B4-BE49-F238E27FC236}">
                <a16:creationId xmlns="" xmlns:a16="http://schemas.microsoft.com/office/drawing/2014/main" id="{67F9EE96-995F-3452-0AD9-5814E37B0497}"/>
              </a:ext>
            </a:extLst>
          </p:cNvPr>
          <p:cNvPicPr>
            <a:picLocks noGrp="1" noChangeAspect="1"/>
          </p:cNvPicPr>
          <p:nvPr>
            <p:ph idx="1"/>
          </p:nvPr>
        </p:nvPicPr>
        <p:blipFill>
          <a:blip r:embed="rId2" cstate="print"/>
          <a:stretch>
            <a:fillRect/>
          </a:stretch>
        </p:blipFill>
        <p:spPr>
          <a:xfrm>
            <a:off x="628650" y="2060810"/>
            <a:ext cx="7886700" cy="4176580"/>
          </a:xfrm>
        </p:spPr>
      </p:pic>
    </p:spTree>
    <p:extLst>
      <p:ext uri="{BB962C8B-B14F-4D97-AF65-F5344CB8AC3E}">
        <p14:creationId xmlns="" xmlns:p14="http://schemas.microsoft.com/office/powerpoint/2010/main" val="286367109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3D88B5-C460-9D96-3783-61B68052A54A}"/>
              </a:ext>
            </a:extLst>
          </p:cNvPr>
          <p:cNvSpPr>
            <a:spLocks noGrp="1"/>
          </p:cNvSpPr>
          <p:nvPr>
            <p:ph type="title"/>
          </p:nvPr>
        </p:nvSpPr>
        <p:spPr/>
        <p:txBody>
          <a:bodyPr>
            <a:normAutofit/>
          </a:bodyPr>
          <a:lstStyle/>
          <a:p>
            <a:r>
              <a:rPr lang="en-IN" dirty="0"/>
              <a:t>Now redis:5.0 connected </a:t>
            </a:r>
            <a:r>
              <a:rPr lang="en-IN" dirty="0" smtClean="0"/>
              <a:t>to </a:t>
            </a:r>
            <a:r>
              <a:rPr lang="en-IN" dirty="0"/>
              <a:t>port 6001</a:t>
            </a:r>
            <a:endParaRPr lang="en-US" dirty="0"/>
          </a:p>
        </p:txBody>
      </p:sp>
      <p:pic>
        <p:nvPicPr>
          <p:cNvPr id="5" name="Content Placeholder 4">
            <a:extLst>
              <a:ext uri="{FF2B5EF4-FFF2-40B4-BE49-F238E27FC236}">
                <a16:creationId xmlns="" xmlns:a16="http://schemas.microsoft.com/office/drawing/2014/main" id="{31EDA5EA-0746-DD46-A967-4525E2C9ECE6}"/>
              </a:ext>
            </a:extLst>
          </p:cNvPr>
          <p:cNvPicPr>
            <a:picLocks noGrp="1" noChangeAspect="1"/>
          </p:cNvPicPr>
          <p:nvPr>
            <p:ph idx="1"/>
          </p:nvPr>
        </p:nvPicPr>
        <p:blipFill>
          <a:blip r:embed="rId2" cstate="print"/>
          <a:stretch>
            <a:fillRect/>
          </a:stretch>
        </p:blipFill>
        <p:spPr>
          <a:xfrm>
            <a:off x="628650" y="3495266"/>
            <a:ext cx="7886700" cy="1012056"/>
          </a:xfrm>
        </p:spPr>
      </p:pic>
      <p:pic>
        <p:nvPicPr>
          <p:cNvPr id="7" name="Picture 6">
            <a:extLst>
              <a:ext uri="{FF2B5EF4-FFF2-40B4-BE49-F238E27FC236}">
                <a16:creationId xmlns="" xmlns:a16="http://schemas.microsoft.com/office/drawing/2014/main" id="{99E216CF-B4B8-A627-13E0-223BC9C385C7}"/>
              </a:ext>
            </a:extLst>
          </p:cNvPr>
          <p:cNvPicPr>
            <a:picLocks noChangeAspect="1"/>
          </p:cNvPicPr>
          <p:nvPr/>
        </p:nvPicPr>
        <p:blipFill>
          <a:blip r:embed="rId3" cstate="print"/>
          <a:stretch>
            <a:fillRect/>
          </a:stretch>
        </p:blipFill>
        <p:spPr>
          <a:xfrm>
            <a:off x="427090" y="1571612"/>
            <a:ext cx="8229600" cy="4665778"/>
          </a:xfrm>
          <a:prstGeom prst="rect">
            <a:avLst/>
          </a:prstGeom>
        </p:spPr>
      </p:pic>
    </p:spTree>
    <p:extLst>
      <p:ext uri="{BB962C8B-B14F-4D97-AF65-F5344CB8AC3E}">
        <p14:creationId xmlns="" xmlns:p14="http://schemas.microsoft.com/office/powerpoint/2010/main" val="356668272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AD6518-DF98-05A4-8BFA-697463F75F72}"/>
              </a:ext>
            </a:extLst>
          </p:cNvPr>
          <p:cNvSpPr>
            <a:spLocks noGrp="1"/>
          </p:cNvSpPr>
          <p:nvPr>
            <p:ph type="title"/>
          </p:nvPr>
        </p:nvSpPr>
        <p:spPr>
          <a:xfrm>
            <a:off x="457200" y="274638"/>
            <a:ext cx="8229600" cy="1177299"/>
          </a:xfrm>
        </p:spPr>
        <p:txBody>
          <a:bodyPr>
            <a:normAutofit fontScale="90000"/>
          </a:bodyPr>
          <a:lstStyle/>
          <a:p>
            <a:r>
              <a:rPr lang="en-IN" sz="2700" dirty="0">
                <a:latin typeface="+mn-lt"/>
              </a:rPr>
              <a:t>Troubleshooting containers using logs</a:t>
            </a:r>
            <a:r>
              <a:rPr lang="en-IN" sz="3200" dirty="0">
                <a:latin typeface="+mn-lt"/>
              </a:rPr>
              <a:t/>
            </a:r>
            <a:br>
              <a:rPr lang="en-IN" sz="3200" dirty="0">
                <a:latin typeface="+mn-lt"/>
              </a:rPr>
            </a:br>
            <a:r>
              <a:rPr lang="en-IN" sz="3100" dirty="0">
                <a:solidFill>
                  <a:srgbClr val="C00000"/>
                </a:solidFill>
                <a:latin typeface="+mn-lt"/>
              </a:rPr>
              <a:t>$docker logs </a:t>
            </a:r>
            <a:r>
              <a:rPr lang="en-IN" sz="3100" dirty="0" smtClean="0">
                <a:solidFill>
                  <a:srgbClr val="C00000"/>
                </a:solidFill>
                <a:latin typeface="+mn-lt"/>
              </a:rPr>
              <a:t>505a74ea315</a:t>
            </a:r>
            <a:r>
              <a:rPr lang="en-IN" sz="3200" dirty="0">
                <a:latin typeface="+mn-lt"/>
              </a:rPr>
              <a:t/>
            </a:r>
            <a:br>
              <a:rPr lang="en-IN" sz="3200" dirty="0">
                <a:latin typeface="+mn-lt"/>
              </a:rPr>
            </a:br>
            <a:r>
              <a:rPr lang="en-IN" sz="2700" dirty="0">
                <a:latin typeface="+mn-lt"/>
              </a:rPr>
              <a:t>Helps to see </a:t>
            </a:r>
            <a:r>
              <a:rPr lang="en-IN" sz="2700" dirty="0" smtClean="0">
                <a:latin typeface="+mn-lt"/>
              </a:rPr>
              <a:t>what’s </a:t>
            </a:r>
            <a:r>
              <a:rPr lang="en-IN" sz="2700" dirty="0">
                <a:latin typeface="+mn-lt"/>
              </a:rPr>
              <a:t>going on in container</a:t>
            </a:r>
            <a:endParaRPr lang="en-US" sz="2700" dirty="0">
              <a:latin typeface="+mn-lt"/>
            </a:endParaRPr>
          </a:p>
        </p:txBody>
      </p:sp>
      <p:sp>
        <p:nvSpPr>
          <p:cNvPr id="3" name="Content Placeholder 2">
            <a:extLst>
              <a:ext uri="{FF2B5EF4-FFF2-40B4-BE49-F238E27FC236}">
                <a16:creationId xmlns="" xmlns:a16="http://schemas.microsoft.com/office/drawing/2014/main" id="{F9AAAFEA-A03A-53A3-450A-1720ED3C8978}"/>
              </a:ext>
            </a:extLst>
          </p:cNvPr>
          <p:cNvSpPr>
            <a:spLocks noGrp="1"/>
          </p:cNvSpPr>
          <p:nvPr>
            <p:ph idx="1"/>
          </p:nvPr>
        </p:nvSpPr>
        <p:spPr/>
        <p:txBody>
          <a:bodyPr/>
          <a:lstStyle/>
          <a:p>
            <a:endParaRPr lang="en-US" dirty="0"/>
          </a:p>
        </p:txBody>
      </p:sp>
      <p:pic>
        <p:nvPicPr>
          <p:cNvPr id="5" name="Picture 4">
            <a:extLst>
              <a:ext uri="{FF2B5EF4-FFF2-40B4-BE49-F238E27FC236}">
                <a16:creationId xmlns="" xmlns:a16="http://schemas.microsoft.com/office/drawing/2014/main" id="{F5279159-BF68-FB22-2110-C18A62804055}"/>
              </a:ext>
            </a:extLst>
          </p:cNvPr>
          <p:cNvPicPr>
            <a:picLocks noChangeAspect="1"/>
          </p:cNvPicPr>
          <p:nvPr/>
        </p:nvPicPr>
        <p:blipFill>
          <a:blip r:embed="rId2" cstate="print"/>
          <a:stretch>
            <a:fillRect/>
          </a:stretch>
        </p:blipFill>
        <p:spPr>
          <a:xfrm>
            <a:off x="611450" y="1700760"/>
            <a:ext cx="8137130" cy="4680650"/>
          </a:xfrm>
          <a:prstGeom prst="rect">
            <a:avLst/>
          </a:prstGeom>
        </p:spPr>
      </p:pic>
    </p:spTree>
    <p:extLst>
      <p:ext uri="{BB962C8B-B14F-4D97-AF65-F5344CB8AC3E}">
        <p14:creationId xmlns="" xmlns:p14="http://schemas.microsoft.com/office/powerpoint/2010/main" val="138854402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38FE59-F753-261E-A3D6-BFE089738DA7}"/>
              </a:ext>
            </a:extLst>
          </p:cNvPr>
          <p:cNvSpPr>
            <a:spLocks noGrp="1"/>
          </p:cNvSpPr>
          <p:nvPr>
            <p:ph type="title"/>
          </p:nvPr>
        </p:nvSpPr>
        <p:spPr>
          <a:xfrm>
            <a:off x="285720" y="365126"/>
            <a:ext cx="8858280" cy="1325563"/>
          </a:xfrm>
        </p:spPr>
        <p:txBody>
          <a:bodyPr>
            <a:normAutofit/>
          </a:bodyPr>
          <a:lstStyle/>
          <a:p>
            <a:r>
              <a:rPr lang="en-IN" sz="2400" dirty="0">
                <a:latin typeface="+mn-lt"/>
              </a:rPr>
              <a:t>Naming the container </a:t>
            </a:r>
            <a:r>
              <a:rPr lang="en-IN" sz="2400" dirty="0" err="1">
                <a:latin typeface="+mn-lt"/>
              </a:rPr>
              <a:t>redis</a:t>
            </a:r>
            <a:r>
              <a:rPr lang="en-IN" sz="2400" dirty="0">
                <a:latin typeface="+mn-lt"/>
              </a:rPr>
              <a:t> 5.0 named as older</a:t>
            </a:r>
            <a:br>
              <a:rPr lang="en-IN" sz="2400" dirty="0">
                <a:latin typeface="+mn-lt"/>
              </a:rPr>
            </a:br>
            <a:r>
              <a:rPr lang="en-IN" sz="2800" dirty="0">
                <a:solidFill>
                  <a:srgbClr val="C00000"/>
                </a:solidFill>
                <a:latin typeface="+mn-lt"/>
              </a:rPr>
              <a:t>docker run –d –p6001:6379 </a:t>
            </a:r>
            <a:r>
              <a:rPr lang="en-IN" sz="2800" dirty="0" smtClean="0">
                <a:solidFill>
                  <a:srgbClr val="C00000"/>
                </a:solidFill>
                <a:latin typeface="+mn-lt"/>
              </a:rPr>
              <a:t>--name </a:t>
            </a:r>
            <a:r>
              <a:rPr lang="en-IN" sz="2800" dirty="0" err="1">
                <a:solidFill>
                  <a:srgbClr val="C00000"/>
                </a:solidFill>
                <a:latin typeface="+mn-lt"/>
              </a:rPr>
              <a:t>redis</a:t>
            </a:r>
            <a:r>
              <a:rPr lang="en-IN" sz="2800" dirty="0">
                <a:solidFill>
                  <a:srgbClr val="C00000"/>
                </a:solidFill>
                <a:latin typeface="+mn-lt"/>
              </a:rPr>
              <a:t>-older redis:5.0</a:t>
            </a:r>
            <a:endParaRPr lang="en-US" sz="2800" dirty="0">
              <a:solidFill>
                <a:srgbClr val="C00000"/>
              </a:solidFill>
              <a:latin typeface="+mn-lt"/>
            </a:endParaRPr>
          </a:p>
        </p:txBody>
      </p:sp>
      <p:sp>
        <p:nvSpPr>
          <p:cNvPr id="3" name="Content Placeholder 2">
            <a:extLst>
              <a:ext uri="{FF2B5EF4-FFF2-40B4-BE49-F238E27FC236}">
                <a16:creationId xmlns="" xmlns:a16="http://schemas.microsoft.com/office/drawing/2014/main" id="{47AECDDF-4AF1-0137-9844-8A3240EB36B9}"/>
              </a:ext>
            </a:extLst>
          </p:cNvPr>
          <p:cNvSpPr>
            <a:spLocks noGrp="1"/>
          </p:cNvSpPr>
          <p:nvPr>
            <p:ph idx="1"/>
          </p:nvPr>
        </p:nvSpPr>
        <p:spPr/>
        <p:txBody>
          <a:bodyPr/>
          <a:lstStyle/>
          <a:p>
            <a:endParaRPr lang="en-US" dirty="0"/>
          </a:p>
        </p:txBody>
      </p:sp>
      <p:pic>
        <p:nvPicPr>
          <p:cNvPr id="7" name="Picture 6">
            <a:extLst>
              <a:ext uri="{FF2B5EF4-FFF2-40B4-BE49-F238E27FC236}">
                <a16:creationId xmlns="" xmlns:a16="http://schemas.microsoft.com/office/drawing/2014/main" id="{A5C8E88A-E9E6-720C-A181-62AED98ED939}"/>
              </a:ext>
            </a:extLst>
          </p:cNvPr>
          <p:cNvPicPr>
            <a:picLocks noChangeAspect="1"/>
          </p:cNvPicPr>
          <p:nvPr/>
        </p:nvPicPr>
        <p:blipFill>
          <a:blip r:embed="rId2" cstate="print"/>
          <a:stretch>
            <a:fillRect/>
          </a:stretch>
        </p:blipFill>
        <p:spPr>
          <a:xfrm>
            <a:off x="627650" y="1801326"/>
            <a:ext cx="7886700" cy="4868124"/>
          </a:xfrm>
          <a:prstGeom prst="rect">
            <a:avLst/>
          </a:prstGeom>
        </p:spPr>
      </p:pic>
      <p:cxnSp>
        <p:nvCxnSpPr>
          <p:cNvPr id="6" name="Straight Arrow Connector 5"/>
          <p:cNvCxnSpPr/>
          <p:nvPr/>
        </p:nvCxnSpPr>
        <p:spPr>
          <a:xfrm rot="16200000" flipH="1">
            <a:off x="4822033" y="1893083"/>
            <a:ext cx="3286148" cy="2357454"/>
          </a:xfrm>
          <a:prstGeom prst="straightConnector1">
            <a:avLst/>
          </a:prstGeom>
          <a:ln w="38100">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16200000" flipH="1">
            <a:off x="5536413" y="2536025"/>
            <a:ext cx="3786214" cy="1571636"/>
          </a:xfrm>
          <a:prstGeom prst="straightConnector1">
            <a:avLst/>
          </a:prstGeom>
          <a:ln w="38100">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26537484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B67DB8-80AE-0670-ACC1-D58C79E7608D}"/>
              </a:ext>
            </a:extLst>
          </p:cNvPr>
          <p:cNvSpPr>
            <a:spLocks noGrp="1"/>
          </p:cNvSpPr>
          <p:nvPr>
            <p:ph type="title"/>
          </p:nvPr>
        </p:nvSpPr>
        <p:spPr>
          <a:xfrm>
            <a:off x="539440" y="365126"/>
            <a:ext cx="7975910" cy="1325563"/>
          </a:xfrm>
        </p:spPr>
        <p:txBody>
          <a:bodyPr>
            <a:normAutofit fontScale="90000"/>
          </a:bodyPr>
          <a:lstStyle/>
          <a:p>
            <a:r>
              <a:rPr lang="en-IN" dirty="0" err="1"/>
              <a:t>redis</a:t>
            </a:r>
            <a:r>
              <a:rPr lang="en-IN" dirty="0"/>
              <a:t> named as newer</a:t>
            </a:r>
            <a:br>
              <a:rPr lang="en-IN" dirty="0"/>
            </a:br>
            <a:r>
              <a:rPr lang="en-IN" dirty="0"/>
              <a:t/>
            </a:r>
            <a:br>
              <a:rPr lang="en-IN" dirty="0"/>
            </a:br>
            <a:r>
              <a:rPr lang="en-IN" sz="3100" dirty="0">
                <a:solidFill>
                  <a:srgbClr val="C00000"/>
                </a:solidFill>
                <a:latin typeface="+mn-lt"/>
              </a:rPr>
              <a:t>docker run –d –p6000:6379 –name </a:t>
            </a:r>
            <a:r>
              <a:rPr lang="en-IN" sz="3100" dirty="0" err="1">
                <a:solidFill>
                  <a:srgbClr val="C00000"/>
                </a:solidFill>
                <a:latin typeface="+mn-lt"/>
              </a:rPr>
              <a:t>redis-newerr</a:t>
            </a:r>
            <a:r>
              <a:rPr lang="en-IN" sz="3100" dirty="0">
                <a:solidFill>
                  <a:srgbClr val="C00000"/>
                </a:solidFill>
                <a:latin typeface="+mn-lt"/>
              </a:rPr>
              <a:t> </a:t>
            </a:r>
            <a:r>
              <a:rPr lang="en-IN" sz="3100" dirty="0" err="1">
                <a:solidFill>
                  <a:srgbClr val="C00000"/>
                </a:solidFill>
                <a:latin typeface="+mn-lt"/>
              </a:rPr>
              <a:t>redis</a:t>
            </a:r>
            <a:endParaRPr lang="en-US" sz="3100" dirty="0"/>
          </a:p>
        </p:txBody>
      </p:sp>
      <p:pic>
        <p:nvPicPr>
          <p:cNvPr id="7" name="Content Placeholder 6">
            <a:extLst>
              <a:ext uri="{FF2B5EF4-FFF2-40B4-BE49-F238E27FC236}">
                <a16:creationId xmlns="" xmlns:a16="http://schemas.microsoft.com/office/drawing/2014/main" id="{4D48BFD3-CCEF-B732-2EEE-0896D8C9DDD8}"/>
              </a:ext>
            </a:extLst>
          </p:cNvPr>
          <p:cNvPicPr>
            <a:picLocks noGrp="1" noChangeAspect="1"/>
          </p:cNvPicPr>
          <p:nvPr>
            <p:ph idx="1"/>
          </p:nvPr>
        </p:nvPicPr>
        <p:blipFill>
          <a:blip r:embed="rId2" cstate="print"/>
          <a:stretch>
            <a:fillRect/>
          </a:stretch>
        </p:blipFill>
        <p:spPr>
          <a:xfrm>
            <a:off x="628650" y="2276840"/>
            <a:ext cx="7886700" cy="4193281"/>
          </a:xfrm>
        </p:spPr>
      </p:pic>
    </p:spTree>
    <p:extLst>
      <p:ext uri="{BB962C8B-B14F-4D97-AF65-F5344CB8AC3E}">
        <p14:creationId xmlns="" xmlns:p14="http://schemas.microsoft.com/office/powerpoint/2010/main" val="169212278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A014F3-9E26-87D8-30E6-5D615E37696C}"/>
              </a:ext>
            </a:extLst>
          </p:cNvPr>
          <p:cNvSpPr>
            <a:spLocks noGrp="1"/>
          </p:cNvSpPr>
          <p:nvPr>
            <p:ph type="title"/>
          </p:nvPr>
        </p:nvSpPr>
        <p:spPr>
          <a:xfrm>
            <a:off x="179390" y="274638"/>
            <a:ext cx="8507410" cy="1143000"/>
          </a:xfrm>
        </p:spPr>
        <p:txBody>
          <a:bodyPr>
            <a:normAutofit/>
          </a:bodyPr>
          <a:lstStyle/>
          <a:p>
            <a:r>
              <a:rPr lang="en-IN" sz="2800" dirty="0">
                <a:solidFill>
                  <a:srgbClr val="C00000"/>
                </a:solidFill>
                <a:latin typeface="+mn-lt"/>
              </a:rPr>
              <a:t>$ docker </a:t>
            </a:r>
            <a:r>
              <a:rPr lang="en-IN" sz="2800" dirty="0" err="1">
                <a:solidFill>
                  <a:srgbClr val="C00000"/>
                </a:solidFill>
                <a:latin typeface="+mn-lt"/>
              </a:rPr>
              <a:t>ps</a:t>
            </a:r>
            <a:r>
              <a:rPr lang="en-IN" sz="2800" dirty="0">
                <a:solidFill>
                  <a:srgbClr val="C00000"/>
                </a:solidFill>
                <a:latin typeface="+mn-lt"/>
              </a:rPr>
              <a:t> –a</a:t>
            </a:r>
            <a:r>
              <a:rPr lang="en-IN" sz="3200" dirty="0"/>
              <a:t/>
            </a:r>
            <a:br>
              <a:rPr lang="en-IN" sz="3200" dirty="0"/>
            </a:br>
            <a:r>
              <a:rPr lang="en-IN" sz="2400" dirty="0">
                <a:latin typeface="+mn-lt"/>
              </a:rPr>
              <a:t>Shows all running and stopped containers</a:t>
            </a:r>
            <a:endParaRPr lang="en-US" sz="2400" dirty="0">
              <a:latin typeface="+mn-lt"/>
            </a:endParaRPr>
          </a:p>
        </p:txBody>
      </p:sp>
      <p:sp>
        <p:nvSpPr>
          <p:cNvPr id="7" name="Content Placeholder 6">
            <a:extLst>
              <a:ext uri="{FF2B5EF4-FFF2-40B4-BE49-F238E27FC236}">
                <a16:creationId xmlns="" xmlns:a16="http://schemas.microsoft.com/office/drawing/2014/main" id="{B58B2DF0-4020-BAD7-1366-60D021A5C297}"/>
              </a:ext>
            </a:extLst>
          </p:cNvPr>
          <p:cNvSpPr>
            <a:spLocks noGrp="1"/>
          </p:cNvSpPr>
          <p:nvPr>
            <p:ph idx="1"/>
          </p:nvPr>
        </p:nvSpPr>
        <p:spPr/>
        <p:txBody>
          <a:bodyPr/>
          <a:lstStyle/>
          <a:p>
            <a:endParaRPr lang="en-US"/>
          </a:p>
        </p:txBody>
      </p:sp>
      <p:pic>
        <p:nvPicPr>
          <p:cNvPr id="9" name="Picture 8">
            <a:extLst>
              <a:ext uri="{FF2B5EF4-FFF2-40B4-BE49-F238E27FC236}">
                <a16:creationId xmlns="" xmlns:a16="http://schemas.microsoft.com/office/drawing/2014/main" id="{FF8F4C36-3B17-DC43-FCDF-C2FB29460FED}"/>
              </a:ext>
            </a:extLst>
          </p:cNvPr>
          <p:cNvPicPr>
            <a:picLocks noChangeAspect="1"/>
          </p:cNvPicPr>
          <p:nvPr/>
        </p:nvPicPr>
        <p:blipFill>
          <a:blip r:embed="rId2" cstate="print"/>
          <a:stretch>
            <a:fillRect/>
          </a:stretch>
        </p:blipFill>
        <p:spPr>
          <a:xfrm>
            <a:off x="251400" y="1600201"/>
            <a:ext cx="8686800" cy="5069249"/>
          </a:xfrm>
          <a:prstGeom prst="rect">
            <a:avLst/>
          </a:prstGeom>
        </p:spPr>
      </p:pic>
    </p:spTree>
    <p:extLst>
      <p:ext uri="{BB962C8B-B14F-4D97-AF65-F5344CB8AC3E}">
        <p14:creationId xmlns="" xmlns:p14="http://schemas.microsoft.com/office/powerpoint/2010/main" val="150356813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4ECECD-CE8C-F80C-C025-FEC5C1192E9F}"/>
              </a:ext>
            </a:extLst>
          </p:cNvPr>
          <p:cNvSpPr>
            <a:spLocks noGrp="1"/>
          </p:cNvSpPr>
          <p:nvPr>
            <p:ph type="title"/>
          </p:nvPr>
        </p:nvSpPr>
        <p:spPr/>
        <p:txBody>
          <a:bodyPr>
            <a:normAutofit/>
          </a:bodyPr>
          <a:lstStyle/>
          <a:p>
            <a:pPr algn="l"/>
            <a:r>
              <a:rPr lang="en-US" sz="2800" dirty="0">
                <a:solidFill>
                  <a:srgbClr val="C00000"/>
                </a:solidFill>
                <a:latin typeface="+mn-lt"/>
              </a:rPr>
              <a:t>$ docker logs 5e14e17ec435</a:t>
            </a:r>
            <a:r>
              <a:rPr lang="en-US" sz="2400" dirty="0"/>
              <a:t/>
            </a:r>
            <a:br>
              <a:rPr lang="en-US" sz="2400" dirty="0"/>
            </a:br>
            <a:r>
              <a:rPr lang="en-US" sz="2400" dirty="0">
                <a:latin typeface="+mn-lt"/>
              </a:rPr>
              <a:t>shows commands running in container with id 5e14e17ec435</a:t>
            </a:r>
          </a:p>
        </p:txBody>
      </p:sp>
      <p:pic>
        <p:nvPicPr>
          <p:cNvPr id="5" name="Content Placeholder 4">
            <a:extLst>
              <a:ext uri="{FF2B5EF4-FFF2-40B4-BE49-F238E27FC236}">
                <a16:creationId xmlns="" xmlns:a16="http://schemas.microsoft.com/office/drawing/2014/main" id="{5AB9BDC8-AE25-8807-2AC0-79485DA24195}"/>
              </a:ext>
            </a:extLst>
          </p:cNvPr>
          <p:cNvPicPr>
            <a:picLocks noGrp="1" noChangeAspect="1"/>
          </p:cNvPicPr>
          <p:nvPr>
            <p:ph idx="1"/>
          </p:nvPr>
        </p:nvPicPr>
        <p:blipFill>
          <a:blip r:embed="rId2" cstate="print"/>
          <a:stretch>
            <a:fillRect/>
          </a:stretch>
        </p:blipFill>
        <p:spPr>
          <a:xfrm>
            <a:off x="873302" y="1690688"/>
            <a:ext cx="7840877" cy="4906751"/>
          </a:xfrm>
        </p:spPr>
      </p:pic>
    </p:spTree>
    <p:extLst>
      <p:ext uri="{BB962C8B-B14F-4D97-AF65-F5344CB8AC3E}">
        <p14:creationId xmlns="" xmlns:p14="http://schemas.microsoft.com/office/powerpoint/2010/main" val="120234538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E1DB2E-293E-B1C6-F568-E6191276179F}"/>
              </a:ext>
            </a:extLst>
          </p:cNvPr>
          <p:cNvSpPr>
            <a:spLocks noGrp="1"/>
          </p:cNvSpPr>
          <p:nvPr>
            <p:ph type="title"/>
          </p:nvPr>
        </p:nvSpPr>
        <p:spPr>
          <a:xfrm>
            <a:off x="628650" y="365126"/>
            <a:ext cx="7886700" cy="1767694"/>
          </a:xfrm>
        </p:spPr>
        <p:txBody>
          <a:bodyPr>
            <a:normAutofit fontScale="90000"/>
          </a:bodyPr>
          <a:lstStyle/>
          <a:p>
            <a:pPr algn="l"/>
            <a:r>
              <a:rPr lang="en-US" dirty="0"/>
              <a:t/>
            </a:r>
            <a:br>
              <a:rPr lang="en-US" dirty="0"/>
            </a:br>
            <a:r>
              <a:rPr lang="en-US" sz="3100" dirty="0">
                <a:solidFill>
                  <a:srgbClr val="C00000"/>
                </a:solidFill>
                <a:latin typeface="+mn-lt"/>
              </a:rPr>
              <a:t>$ docker stop f5222408e8b3</a:t>
            </a:r>
            <a:br>
              <a:rPr lang="en-US" sz="3100" dirty="0">
                <a:solidFill>
                  <a:srgbClr val="C00000"/>
                </a:solidFill>
                <a:latin typeface="+mn-lt"/>
              </a:rPr>
            </a:br>
            <a:r>
              <a:rPr lang="en-US" sz="3600" dirty="0"/>
              <a:t/>
            </a:r>
            <a:br>
              <a:rPr lang="en-US" sz="3600" dirty="0"/>
            </a:br>
            <a:r>
              <a:rPr lang="en-US" sz="2700" dirty="0">
                <a:latin typeface="+mn-lt"/>
              </a:rPr>
              <a:t>used to stop running container</a:t>
            </a:r>
            <a:br>
              <a:rPr lang="en-US" sz="2700" dirty="0">
                <a:latin typeface="+mn-lt"/>
              </a:rPr>
            </a:br>
            <a:r>
              <a:rPr lang="en-US" sz="2700" dirty="0">
                <a:latin typeface="+mn-lt"/>
              </a:rPr>
              <a:t>here f5222408e8b3 is container id</a:t>
            </a:r>
            <a:r>
              <a:rPr lang="en-US" sz="3600" dirty="0"/>
              <a:t/>
            </a:r>
            <a:br>
              <a:rPr lang="en-US" sz="3600" dirty="0"/>
            </a:br>
            <a:endParaRPr lang="en-US" sz="3600" dirty="0"/>
          </a:p>
        </p:txBody>
      </p:sp>
      <p:pic>
        <p:nvPicPr>
          <p:cNvPr id="5" name="Content Placeholder 4">
            <a:extLst>
              <a:ext uri="{FF2B5EF4-FFF2-40B4-BE49-F238E27FC236}">
                <a16:creationId xmlns="" xmlns:a16="http://schemas.microsoft.com/office/drawing/2014/main" id="{A3A30C0C-C8B2-FE5C-91D4-97DA2CDCA9F5}"/>
              </a:ext>
            </a:extLst>
          </p:cNvPr>
          <p:cNvPicPr>
            <a:picLocks noGrp="1" noChangeAspect="1"/>
          </p:cNvPicPr>
          <p:nvPr>
            <p:ph idx="1"/>
          </p:nvPr>
        </p:nvPicPr>
        <p:blipFill>
          <a:blip r:embed="rId2" cstate="print"/>
          <a:stretch>
            <a:fillRect/>
          </a:stretch>
        </p:blipFill>
        <p:spPr>
          <a:xfrm>
            <a:off x="628650" y="2420860"/>
            <a:ext cx="7886700" cy="4176580"/>
          </a:xfrm>
        </p:spPr>
      </p:pic>
    </p:spTree>
    <p:extLst>
      <p:ext uri="{BB962C8B-B14F-4D97-AF65-F5344CB8AC3E}">
        <p14:creationId xmlns="" xmlns:p14="http://schemas.microsoft.com/office/powerpoint/2010/main" val="226771270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AB8E82-5EF8-8DF7-9DE7-BAFCB58A6E42}"/>
              </a:ext>
            </a:extLst>
          </p:cNvPr>
          <p:cNvSpPr>
            <a:spLocks noGrp="1"/>
          </p:cNvSpPr>
          <p:nvPr>
            <p:ph type="title"/>
          </p:nvPr>
        </p:nvSpPr>
        <p:spPr>
          <a:xfrm>
            <a:off x="457200" y="116540"/>
            <a:ext cx="8112960" cy="1325563"/>
          </a:xfrm>
        </p:spPr>
        <p:txBody>
          <a:bodyPr>
            <a:normAutofit/>
          </a:bodyPr>
          <a:lstStyle/>
          <a:p>
            <a:r>
              <a:rPr lang="en-IN" sz="4000" dirty="0"/>
              <a:t>Running container in interactive mode</a:t>
            </a:r>
            <a:endParaRPr lang="en-US" sz="4000" dirty="0"/>
          </a:p>
        </p:txBody>
      </p:sp>
      <p:sp>
        <p:nvSpPr>
          <p:cNvPr id="3" name="Content Placeholder 2">
            <a:extLst>
              <a:ext uri="{FF2B5EF4-FFF2-40B4-BE49-F238E27FC236}">
                <a16:creationId xmlns="" xmlns:a16="http://schemas.microsoft.com/office/drawing/2014/main" id="{7C8AB507-E5BC-9545-FC79-8B2377853D31}"/>
              </a:ext>
            </a:extLst>
          </p:cNvPr>
          <p:cNvSpPr>
            <a:spLocks noGrp="1"/>
          </p:cNvSpPr>
          <p:nvPr>
            <p:ph idx="1"/>
          </p:nvPr>
        </p:nvSpPr>
        <p:spPr>
          <a:xfrm>
            <a:off x="457200" y="1600200"/>
            <a:ext cx="8229600" cy="4853220"/>
          </a:xfrm>
        </p:spPr>
        <p:txBody>
          <a:bodyPr>
            <a:normAutofit fontScale="92500" lnSpcReduction="20000"/>
          </a:bodyPr>
          <a:lstStyle/>
          <a:p>
            <a:pPr marL="0" indent="0">
              <a:buNone/>
            </a:pPr>
            <a:r>
              <a:rPr lang="en-IN" sz="3300" dirty="0">
                <a:solidFill>
                  <a:srgbClr val="C00000"/>
                </a:solidFill>
              </a:rPr>
              <a:t>$docker exec -it f0f97ae8a29e /bin/bash</a:t>
            </a:r>
          </a:p>
          <a:p>
            <a:pPr marL="0" indent="0">
              <a:buNone/>
            </a:pPr>
            <a:r>
              <a:rPr lang="en-IN" sz="3200" dirty="0"/>
              <a:t/>
            </a:r>
            <a:br>
              <a:rPr lang="en-IN" sz="3200" dirty="0"/>
            </a:br>
            <a:r>
              <a:rPr lang="en-US" sz="2800" dirty="0"/>
              <a:t>Runs a container in interactive mode. </a:t>
            </a:r>
          </a:p>
          <a:p>
            <a:pPr marL="0" indent="0">
              <a:buNone/>
            </a:pPr>
            <a:r>
              <a:rPr lang="en-US" sz="2800" dirty="0"/>
              <a:t>Helps to see all directories, go to the home directory, see the virtual file system inside the container, navigate to different directories, and can see environment variables</a:t>
            </a:r>
            <a:br>
              <a:rPr lang="en-US" sz="2800" dirty="0"/>
            </a:br>
            <a:r>
              <a:rPr lang="en-IN" sz="2800" dirty="0"/>
              <a:t/>
            </a:r>
            <a:br>
              <a:rPr lang="en-IN" sz="2800" dirty="0"/>
            </a:br>
            <a:r>
              <a:rPr lang="en-IN" sz="2800" dirty="0"/>
              <a:t>Here,</a:t>
            </a:r>
          </a:p>
          <a:p>
            <a:pPr marL="0" indent="0">
              <a:buNone/>
            </a:pPr>
            <a:r>
              <a:rPr lang="en-IN" sz="2800" dirty="0"/>
              <a:t> -</a:t>
            </a:r>
            <a:r>
              <a:rPr lang="en-IN" sz="2800" dirty="0" err="1"/>
              <a:t>i</a:t>
            </a:r>
            <a:r>
              <a:rPr lang="en-IN" sz="2800" dirty="0"/>
              <a:t> mean connect stdin to this container. </a:t>
            </a:r>
          </a:p>
          <a:p>
            <a:pPr marL="0" indent="0">
              <a:buNone/>
            </a:pPr>
            <a:r>
              <a:rPr lang="en-IN" sz="2800" dirty="0"/>
              <a:t>-t means give formatted output. </a:t>
            </a:r>
          </a:p>
          <a:p>
            <a:pPr marL="0" indent="0">
              <a:buNone/>
            </a:pPr>
            <a:r>
              <a:rPr lang="en-IN" sz="2800" dirty="0"/>
              <a:t/>
            </a:r>
            <a:br>
              <a:rPr lang="en-IN" sz="2800" dirty="0"/>
            </a:br>
            <a:r>
              <a:rPr lang="en-IN" sz="2800" dirty="0"/>
              <a:t>bash is a command processor, it starts terminal in this container. Press ^C to exit from this container or give exit to </a:t>
            </a:r>
            <a:r>
              <a:rPr lang="en-US" sz="2800" dirty="0"/>
              <a:t>exit from interactive mode</a:t>
            </a:r>
          </a:p>
        </p:txBody>
      </p:sp>
    </p:spTree>
    <p:extLst>
      <p:ext uri="{BB962C8B-B14F-4D97-AF65-F5344CB8AC3E}">
        <p14:creationId xmlns="" xmlns:p14="http://schemas.microsoft.com/office/powerpoint/2010/main" val="249870949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3CE67D-EA13-9478-CBED-1C0CD24C246C}"/>
              </a:ext>
            </a:extLst>
          </p:cNvPr>
          <p:cNvSpPr>
            <a:spLocks noGrp="1"/>
          </p:cNvSpPr>
          <p:nvPr>
            <p:ph type="title"/>
          </p:nvPr>
        </p:nvSpPr>
        <p:spPr>
          <a:xfrm>
            <a:off x="457200" y="620610"/>
            <a:ext cx="8229600" cy="1296180"/>
          </a:xfrm>
        </p:spPr>
        <p:txBody>
          <a:bodyPr>
            <a:normAutofit fontScale="90000"/>
          </a:bodyPr>
          <a:lstStyle/>
          <a:p>
            <a:pPr algn="l"/>
            <a:r>
              <a:rPr lang="en-US" sz="3100" b="1" dirty="0">
                <a:solidFill>
                  <a:srgbClr val="C00000"/>
                </a:solidFill>
              </a:rPr>
              <a:t>$docker login</a:t>
            </a:r>
            <a:r>
              <a:rPr lang="en-US" sz="3100" b="1" dirty="0"/>
              <a:t/>
            </a:r>
            <a:br>
              <a:rPr lang="en-US" sz="3100" b="1" dirty="0"/>
            </a:br>
            <a:r>
              <a:rPr lang="en-US" sz="3100" dirty="0" err="1"/>
              <a:t>login</a:t>
            </a:r>
            <a:r>
              <a:rPr lang="en-US" sz="3100" dirty="0"/>
              <a:t> to docker hub with required credentials</a:t>
            </a:r>
            <a:r>
              <a:rPr lang="en-US" sz="4400" dirty="0"/>
              <a:t/>
            </a:r>
            <a:br>
              <a:rPr lang="en-US" sz="4400" dirty="0"/>
            </a:br>
            <a:endParaRPr lang="en-US" dirty="0"/>
          </a:p>
        </p:txBody>
      </p:sp>
      <p:pic>
        <p:nvPicPr>
          <p:cNvPr id="5" name="Content Placeholder 4">
            <a:extLst>
              <a:ext uri="{FF2B5EF4-FFF2-40B4-BE49-F238E27FC236}">
                <a16:creationId xmlns="" xmlns:a16="http://schemas.microsoft.com/office/drawing/2014/main" id="{0A5B144C-A6D3-FBF0-A833-056D2D88553B}"/>
              </a:ext>
            </a:extLst>
          </p:cNvPr>
          <p:cNvPicPr>
            <a:picLocks noGrp="1" noChangeAspect="1"/>
          </p:cNvPicPr>
          <p:nvPr>
            <p:ph idx="1"/>
          </p:nvPr>
        </p:nvPicPr>
        <p:blipFill>
          <a:blip r:embed="rId2" cstate="print"/>
          <a:stretch>
            <a:fillRect/>
          </a:stretch>
        </p:blipFill>
        <p:spPr>
          <a:xfrm>
            <a:off x="628650" y="1628750"/>
            <a:ext cx="7886700" cy="5141738"/>
          </a:xfrm>
        </p:spPr>
      </p:pic>
    </p:spTree>
    <p:extLst>
      <p:ext uri="{BB962C8B-B14F-4D97-AF65-F5344CB8AC3E}">
        <p14:creationId xmlns="" xmlns:p14="http://schemas.microsoft.com/office/powerpoint/2010/main" val="148883089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F07FEB3-3472-B914-07E4-39BD37C23E6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 xmlns:a16="http://schemas.microsoft.com/office/drawing/2014/main" id="{9B9C45F4-12E2-A9A7-049D-B632C845160E}"/>
              </a:ext>
            </a:extLst>
          </p:cNvPr>
          <p:cNvSpPr>
            <a:spLocks noGrp="1"/>
          </p:cNvSpPr>
          <p:nvPr>
            <p:ph idx="1"/>
          </p:nvPr>
        </p:nvSpPr>
        <p:spPr/>
        <p:txBody>
          <a:bodyPr/>
          <a:lstStyle/>
          <a:p>
            <a:endParaRPr lang="en-US" dirty="0"/>
          </a:p>
        </p:txBody>
      </p:sp>
      <p:pic>
        <p:nvPicPr>
          <p:cNvPr id="5" name="Picture 4">
            <a:extLst>
              <a:ext uri="{FF2B5EF4-FFF2-40B4-BE49-F238E27FC236}">
                <a16:creationId xmlns="" xmlns:a16="http://schemas.microsoft.com/office/drawing/2014/main" id="{793C0CF1-BAE1-DA10-04A6-AF74DF9F96F5}"/>
              </a:ext>
            </a:extLst>
          </p:cNvPr>
          <p:cNvPicPr>
            <a:picLocks noChangeAspect="1"/>
          </p:cNvPicPr>
          <p:nvPr/>
        </p:nvPicPr>
        <p:blipFill>
          <a:blip r:embed="rId2" cstate="print"/>
          <a:stretch>
            <a:fillRect/>
          </a:stretch>
        </p:blipFill>
        <p:spPr>
          <a:xfrm>
            <a:off x="323410" y="274638"/>
            <a:ext cx="8497180" cy="6308724"/>
          </a:xfrm>
          <a:prstGeom prst="rect">
            <a:avLst/>
          </a:prstGeom>
        </p:spPr>
      </p:pic>
    </p:spTree>
    <p:extLst>
      <p:ext uri="{BB962C8B-B14F-4D97-AF65-F5344CB8AC3E}">
        <p14:creationId xmlns="" xmlns:p14="http://schemas.microsoft.com/office/powerpoint/2010/main" val="352414457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E0EA86E-E0F5-AC44-89A4-9017DAAD7133}"/>
              </a:ext>
            </a:extLst>
          </p:cNvPr>
          <p:cNvSpPr>
            <a:spLocks noGrp="1"/>
          </p:cNvSpPr>
          <p:nvPr>
            <p:ph type="title"/>
          </p:nvPr>
        </p:nvSpPr>
        <p:spPr>
          <a:xfrm>
            <a:off x="395420" y="260560"/>
            <a:ext cx="8229600" cy="1143000"/>
          </a:xfrm>
        </p:spPr>
        <p:txBody>
          <a:bodyPr>
            <a:normAutofit/>
          </a:bodyPr>
          <a:lstStyle/>
          <a:p>
            <a:r>
              <a:rPr lang="en-US" sz="2800" dirty="0">
                <a:solidFill>
                  <a:srgbClr val="C00000"/>
                </a:solidFill>
                <a:latin typeface="+mn-lt"/>
              </a:rPr>
              <a:t>$ docker kill f0f97ae8a29e</a:t>
            </a:r>
            <a:r>
              <a:rPr lang="en-US" sz="3200" dirty="0"/>
              <a:t/>
            </a:r>
            <a:br>
              <a:rPr lang="en-US" sz="3200" dirty="0"/>
            </a:br>
            <a:r>
              <a:rPr lang="en-US" sz="2400" dirty="0">
                <a:latin typeface="+mn-lt"/>
              </a:rPr>
              <a:t>Kills container that is running and does not stop</a:t>
            </a:r>
          </a:p>
        </p:txBody>
      </p:sp>
      <p:sp>
        <p:nvSpPr>
          <p:cNvPr id="4" name="Content Placeholder 3">
            <a:extLst>
              <a:ext uri="{FF2B5EF4-FFF2-40B4-BE49-F238E27FC236}">
                <a16:creationId xmlns="" xmlns:a16="http://schemas.microsoft.com/office/drawing/2014/main" id="{CF61A30E-24DF-1CB1-C249-8011396FD334}"/>
              </a:ext>
            </a:extLst>
          </p:cNvPr>
          <p:cNvSpPr>
            <a:spLocks noGrp="1"/>
          </p:cNvSpPr>
          <p:nvPr>
            <p:ph idx="1"/>
          </p:nvPr>
        </p:nvSpPr>
        <p:spPr/>
        <p:txBody>
          <a:bodyPr/>
          <a:lstStyle/>
          <a:p>
            <a:endParaRPr lang="en-US"/>
          </a:p>
        </p:txBody>
      </p:sp>
      <p:sp>
        <p:nvSpPr>
          <p:cNvPr id="7" name="TextBox 6">
            <a:extLst>
              <a:ext uri="{FF2B5EF4-FFF2-40B4-BE49-F238E27FC236}">
                <a16:creationId xmlns="" xmlns:a16="http://schemas.microsoft.com/office/drawing/2014/main" id="{442FE765-ABDB-D057-2332-45F0CD3EDA9D}"/>
              </a:ext>
            </a:extLst>
          </p:cNvPr>
          <p:cNvSpPr txBox="1"/>
          <p:nvPr/>
        </p:nvSpPr>
        <p:spPr>
          <a:xfrm>
            <a:off x="2286000" y="3108241"/>
            <a:ext cx="4572000" cy="646331"/>
          </a:xfrm>
          <a:prstGeom prst="rect">
            <a:avLst/>
          </a:prstGeom>
          <a:noFill/>
        </p:spPr>
        <p:txBody>
          <a:bodyPr wrap="square">
            <a:spAutoFit/>
          </a:bodyPr>
          <a:lstStyle/>
          <a:p>
            <a:r>
              <a:rPr lang="en-IN" sz="1800" dirty="0">
                <a:effectLst/>
                <a:latin typeface="Calibri" panose="020F0502020204030204" pitchFamily="34" charset="0"/>
                <a:ea typeface="Calibri" panose="020F0502020204030204" pitchFamily="34" charset="0"/>
                <a:cs typeface="Times New Roman" panose="02020603050405020304" pitchFamily="18" charset="0"/>
              </a:rPr>
              <a:t>Publishing it(point 4) into the docker repository</a:t>
            </a:r>
            <a:endParaRPr lang="en-US" dirty="0"/>
          </a:p>
        </p:txBody>
      </p:sp>
      <p:sp>
        <p:nvSpPr>
          <p:cNvPr id="9" name="TextBox 8">
            <a:extLst>
              <a:ext uri="{FF2B5EF4-FFF2-40B4-BE49-F238E27FC236}">
                <a16:creationId xmlns="" xmlns:a16="http://schemas.microsoft.com/office/drawing/2014/main" id="{788B16DF-A779-83AE-2154-83128CA0B460}"/>
              </a:ext>
            </a:extLst>
          </p:cNvPr>
          <p:cNvSpPr txBox="1"/>
          <p:nvPr/>
        </p:nvSpPr>
        <p:spPr>
          <a:xfrm>
            <a:off x="2286000" y="3108241"/>
            <a:ext cx="4572000" cy="646331"/>
          </a:xfrm>
          <a:prstGeom prst="rect">
            <a:avLst/>
          </a:prstGeom>
          <a:noFill/>
        </p:spPr>
        <p:txBody>
          <a:bodyPr wrap="square">
            <a:spAutoFit/>
          </a:bodyPr>
          <a:lstStyle/>
          <a:p>
            <a:r>
              <a:rPr lang="en-IN" sz="1800" dirty="0">
                <a:effectLst/>
                <a:latin typeface="Calibri" panose="020F0502020204030204" pitchFamily="34" charset="0"/>
                <a:ea typeface="Calibri" panose="020F0502020204030204" pitchFamily="34" charset="0"/>
                <a:cs typeface="Times New Roman" panose="02020603050405020304" pitchFamily="18" charset="0"/>
              </a:rPr>
              <a:t>Publishing it(point 4) into the docker repository</a:t>
            </a:r>
            <a:endParaRPr lang="en-US" dirty="0"/>
          </a:p>
        </p:txBody>
      </p:sp>
      <p:pic>
        <p:nvPicPr>
          <p:cNvPr id="8" name="Picture 7">
            <a:extLst>
              <a:ext uri="{FF2B5EF4-FFF2-40B4-BE49-F238E27FC236}">
                <a16:creationId xmlns="" xmlns:a16="http://schemas.microsoft.com/office/drawing/2014/main" id="{33A2A35E-ED30-5F30-E7B0-9B496882FF77}"/>
              </a:ext>
            </a:extLst>
          </p:cNvPr>
          <p:cNvPicPr>
            <a:picLocks noChangeAspect="1"/>
          </p:cNvPicPr>
          <p:nvPr/>
        </p:nvPicPr>
        <p:blipFill>
          <a:blip r:embed="rId2" cstate="print"/>
          <a:stretch>
            <a:fillRect/>
          </a:stretch>
        </p:blipFill>
        <p:spPr>
          <a:xfrm>
            <a:off x="539439" y="1600200"/>
            <a:ext cx="8085581" cy="4853220"/>
          </a:xfrm>
          <a:prstGeom prst="rect">
            <a:avLst/>
          </a:prstGeom>
        </p:spPr>
      </p:pic>
    </p:spTree>
    <p:extLst>
      <p:ext uri="{BB962C8B-B14F-4D97-AF65-F5344CB8AC3E}">
        <p14:creationId xmlns="" xmlns:p14="http://schemas.microsoft.com/office/powerpoint/2010/main" val="416723270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308999-6294-CC3E-E71C-08503125E46C}"/>
              </a:ext>
            </a:extLst>
          </p:cNvPr>
          <p:cNvSpPr>
            <a:spLocks noGrp="1"/>
          </p:cNvSpPr>
          <p:nvPr>
            <p:ph type="ctrTitle"/>
          </p:nvPr>
        </p:nvSpPr>
        <p:spPr>
          <a:xfrm>
            <a:off x="540094" y="218112"/>
            <a:ext cx="8040328" cy="3210887"/>
          </a:xfrm>
        </p:spPr>
        <p:txBody>
          <a:bodyPr>
            <a:normAutofit fontScale="90000"/>
          </a:bodyPr>
          <a:lstStyle/>
          <a:p>
            <a:pPr algn="l">
              <a:defRPr/>
            </a:pPr>
            <a:r>
              <a:rPr lang="en-IN" sz="2400" b="1" dirty="0">
                <a:solidFill>
                  <a:srgbClr val="C00000"/>
                </a:solidFill>
              </a:rPr>
              <a:t>$docker exec –</a:t>
            </a:r>
            <a:r>
              <a:rPr lang="en-IN" sz="2400" b="1" dirty="0" err="1">
                <a:solidFill>
                  <a:srgbClr val="C00000"/>
                </a:solidFill>
              </a:rPr>
              <a:t>i</a:t>
            </a:r>
            <a:r>
              <a:rPr lang="en-IN" sz="2400" b="1" dirty="0">
                <a:solidFill>
                  <a:srgbClr val="C00000"/>
                </a:solidFill>
              </a:rPr>
              <a:t> –t 51ae5a4db49b </a:t>
            </a:r>
            <a:r>
              <a:rPr lang="en-IN" sz="2400" b="1" dirty="0" err="1">
                <a:solidFill>
                  <a:srgbClr val="C00000"/>
                </a:solidFill>
              </a:rPr>
              <a:t>sh</a:t>
            </a:r>
            <a:r>
              <a:rPr lang="en-IN" sz="2400" dirty="0"/>
              <a:t/>
            </a:r>
            <a:br>
              <a:rPr lang="en-IN" sz="2400" dirty="0"/>
            </a:br>
            <a:r>
              <a:rPr lang="en-US" sz="2400" dirty="0"/>
              <a:t>Runs a container in interactive mode. Helps to see all directories, </a:t>
            </a:r>
            <a:r>
              <a:rPr lang="en-US" sz="2400" dirty="0" err="1"/>
              <a:t>goto</a:t>
            </a:r>
            <a:r>
              <a:rPr lang="en-US" sz="2400" dirty="0"/>
              <a:t> home directory, see virtual file system inside container, navigate to different directories, and can see environment </a:t>
            </a:r>
            <a:r>
              <a:rPr lang="en-US" sz="2400" dirty="0" smtClean="0"/>
              <a:t>variables</a:t>
            </a:r>
            <a:r>
              <a:rPr lang="en-US" sz="2400" dirty="0"/>
              <a:t/>
            </a:r>
            <a:br>
              <a:rPr lang="en-US" sz="2400" dirty="0"/>
            </a:br>
            <a:r>
              <a:rPr lang="en-IN" sz="2400" dirty="0"/>
              <a:t/>
            </a:r>
            <a:br>
              <a:rPr lang="en-IN" sz="2400" dirty="0"/>
            </a:br>
            <a:r>
              <a:rPr lang="en-IN" sz="2400" dirty="0"/>
              <a:t>Here -</a:t>
            </a:r>
            <a:r>
              <a:rPr lang="en-IN" sz="2400" dirty="0" err="1"/>
              <a:t>i</a:t>
            </a:r>
            <a:r>
              <a:rPr lang="en-IN" sz="2400" dirty="0"/>
              <a:t> mean connect stdin to this container. -t means give formatted output. </a:t>
            </a:r>
            <a:br>
              <a:rPr lang="en-IN" sz="2400" dirty="0"/>
            </a:br>
            <a:r>
              <a:rPr lang="en-IN" sz="2400" dirty="0" err="1"/>
              <a:t>sh</a:t>
            </a:r>
            <a:r>
              <a:rPr lang="en-IN" sz="2400" dirty="0"/>
              <a:t> is a command processor, it starts terminal in this container. Press ^C to exit from this container</a:t>
            </a:r>
            <a:endParaRPr lang="en-US" sz="2400" dirty="0"/>
          </a:p>
        </p:txBody>
      </p:sp>
      <p:pic>
        <p:nvPicPr>
          <p:cNvPr id="5" name="Picture 4">
            <a:extLst>
              <a:ext uri="{FF2B5EF4-FFF2-40B4-BE49-F238E27FC236}">
                <a16:creationId xmlns="" xmlns:a16="http://schemas.microsoft.com/office/drawing/2014/main" id="{BFB633C5-92A2-03FC-C1F0-6661D8242DAE}"/>
              </a:ext>
            </a:extLst>
          </p:cNvPr>
          <p:cNvPicPr>
            <a:picLocks noChangeAspect="1"/>
          </p:cNvPicPr>
          <p:nvPr/>
        </p:nvPicPr>
        <p:blipFill>
          <a:blip r:embed="rId2" cstate="print"/>
          <a:stretch>
            <a:fillRect/>
          </a:stretch>
        </p:blipFill>
        <p:spPr>
          <a:xfrm>
            <a:off x="416431" y="3789050"/>
            <a:ext cx="8020843" cy="2767362"/>
          </a:xfrm>
          <a:prstGeom prst="rect">
            <a:avLst/>
          </a:prstGeom>
        </p:spPr>
      </p:pic>
    </p:spTree>
    <p:extLst>
      <p:ext uri="{BB962C8B-B14F-4D97-AF65-F5344CB8AC3E}">
        <p14:creationId xmlns="" xmlns:p14="http://schemas.microsoft.com/office/powerpoint/2010/main" val="239468771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AF07D6-67FF-2909-799F-7FF6E6D8F275}"/>
              </a:ext>
            </a:extLst>
          </p:cNvPr>
          <p:cNvSpPr>
            <a:spLocks noGrp="1"/>
          </p:cNvSpPr>
          <p:nvPr>
            <p:ph type="title"/>
          </p:nvPr>
        </p:nvSpPr>
        <p:spPr/>
        <p:txBody>
          <a:bodyPr/>
          <a:lstStyle/>
          <a:p>
            <a:r>
              <a:rPr lang="en-IN" dirty="0"/>
              <a:t>Run ubuntu with echo</a:t>
            </a:r>
            <a:endParaRPr lang="en-US" dirty="0"/>
          </a:p>
        </p:txBody>
      </p:sp>
      <p:pic>
        <p:nvPicPr>
          <p:cNvPr id="6" name="Content Placeholder 5">
            <a:extLst>
              <a:ext uri="{FF2B5EF4-FFF2-40B4-BE49-F238E27FC236}">
                <a16:creationId xmlns="" xmlns:a16="http://schemas.microsoft.com/office/drawing/2014/main" id="{91697C85-055D-DD05-665B-1352F4D7E664}"/>
              </a:ext>
            </a:extLst>
          </p:cNvPr>
          <p:cNvPicPr>
            <a:picLocks noGrp="1" noChangeAspect="1"/>
          </p:cNvPicPr>
          <p:nvPr>
            <p:ph idx="1"/>
          </p:nvPr>
        </p:nvPicPr>
        <p:blipFill>
          <a:blip r:embed="rId3" cstate="print"/>
          <a:stretch>
            <a:fillRect/>
          </a:stretch>
        </p:blipFill>
        <p:spPr>
          <a:xfrm>
            <a:off x="462013" y="1556740"/>
            <a:ext cx="8053337" cy="2736380"/>
          </a:xfrm>
        </p:spPr>
      </p:pic>
      <p:pic>
        <p:nvPicPr>
          <p:cNvPr id="8" name="Picture 7">
            <a:extLst>
              <a:ext uri="{FF2B5EF4-FFF2-40B4-BE49-F238E27FC236}">
                <a16:creationId xmlns="" xmlns:a16="http://schemas.microsoft.com/office/drawing/2014/main" id="{9EDDD558-7C34-9EAF-8A05-305DCD9A4381}"/>
              </a:ext>
            </a:extLst>
          </p:cNvPr>
          <p:cNvPicPr>
            <a:picLocks noChangeAspect="1"/>
          </p:cNvPicPr>
          <p:nvPr/>
        </p:nvPicPr>
        <p:blipFill>
          <a:blip r:embed="rId4" cstate="print"/>
          <a:stretch>
            <a:fillRect/>
          </a:stretch>
        </p:blipFill>
        <p:spPr>
          <a:xfrm>
            <a:off x="462013" y="4509150"/>
            <a:ext cx="8053337" cy="2232310"/>
          </a:xfrm>
          <a:prstGeom prst="rect">
            <a:avLst/>
          </a:prstGeom>
        </p:spPr>
      </p:pic>
    </p:spTree>
    <p:extLst>
      <p:ext uri="{BB962C8B-B14F-4D97-AF65-F5344CB8AC3E}">
        <p14:creationId xmlns="" xmlns:p14="http://schemas.microsoft.com/office/powerpoint/2010/main" val="352718194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908D6F-57DD-6772-0B61-6D54642AF9F7}"/>
              </a:ext>
            </a:extLst>
          </p:cNvPr>
          <p:cNvSpPr>
            <a:spLocks noGrp="1"/>
          </p:cNvSpPr>
          <p:nvPr>
            <p:ph type="ctrTitle"/>
          </p:nvPr>
        </p:nvSpPr>
        <p:spPr>
          <a:xfrm>
            <a:off x="83250" y="1162050"/>
            <a:ext cx="8889300" cy="1295400"/>
          </a:xfrm>
        </p:spPr>
        <p:txBody>
          <a:bodyPr>
            <a:noAutofit/>
          </a:bodyPr>
          <a:lstStyle/>
          <a:p>
            <a:r>
              <a:rPr lang="en-IN" sz="4400" b="1" dirty="0"/>
              <a:t>Exercise c. </a:t>
            </a:r>
            <a:br>
              <a:rPr lang="en-IN" sz="4400" b="1" dirty="0"/>
            </a:br>
            <a:r>
              <a:rPr lang="en-IN" sz="4400" b="1" dirty="0"/>
              <a:t>Pull image from docker repository and</a:t>
            </a:r>
            <a:br>
              <a:rPr lang="en-IN" sz="4400" b="1" dirty="0"/>
            </a:br>
            <a:r>
              <a:rPr lang="en-IN" sz="4400" b="1" dirty="0"/>
              <a:t>run it as a container</a:t>
            </a:r>
            <a:endParaRPr lang="en-US" sz="4400" b="1" dirty="0"/>
          </a:p>
        </p:txBody>
      </p:sp>
      <p:sp>
        <p:nvSpPr>
          <p:cNvPr id="3" name="Subtitle 2">
            <a:extLst>
              <a:ext uri="{FF2B5EF4-FFF2-40B4-BE49-F238E27FC236}">
                <a16:creationId xmlns="" xmlns:a16="http://schemas.microsoft.com/office/drawing/2014/main" id="{AFC4C924-A47F-B1FD-D0E0-183B57D52CF1}"/>
              </a:ext>
            </a:extLst>
          </p:cNvPr>
          <p:cNvSpPr>
            <a:spLocks noGrp="1"/>
          </p:cNvSpPr>
          <p:nvPr>
            <p:ph type="subTitle" idx="1"/>
          </p:nvPr>
        </p:nvSpPr>
        <p:spPr>
          <a:xfrm>
            <a:off x="264319" y="3143250"/>
            <a:ext cx="7736681" cy="2064543"/>
          </a:xfrm>
        </p:spPr>
        <p:txBody>
          <a:bodyPr>
            <a:normAutofit/>
          </a:bodyPr>
          <a:lstStyle/>
          <a:p>
            <a:pPr marL="257175" indent="-257175" algn="just">
              <a:buFont typeface="Arial" panose="020B0604020202020204" pitchFamily="34" charset="0"/>
              <a:buChar char="•"/>
            </a:pPr>
            <a:r>
              <a:rPr lang="en-IN" dirty="0"/>
              <a:t>Docker repository contains images like ubuntu machine, node, etc. If anyone wants ubuntu they need not have to download it. We can pull the ubuntu image from the docker repository and run it as a container that will provide all the features of ubuntu. </a:t>
            </a:r>
          </a:p>
          <a:p>
            <a:pPr algn="just"/>
            <a:endParaRPr lang="en-IN" dirty="0"/>
          </a:p>
          <a:p>
            <a:pPr marL="257175" indent="-257175" algn="just">
              <a:buFont typeface="Arial" panose="020B0604020202020204" pitchFamily="34" charset="0"/>
              <a:buChar char="•"/>
            </a:pPr>
            <a:r>
              <a:rPr lang="en-IN" dirty="0"/>
              <a:t>We bring it in our local repository and run </a:t>
            </a:r>
            <a:endParaRPr lang="en-US" dirty="0"/>
          </a:p>
        </p:txBody>
      </p:sp>
    </p:spTree>
    <p:extLst>
      <p:ext uri="{BB962C8B-B14F-4D97-AF65-F5344CB8AC3E}">
        <p14:creationId xmlns="" xmlns:p14="http://schemas.microsoft.com/office/powerpoint/2010/main" val="85359549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560ADE-F519-4C59-945F-62A6697ED24C}"/>
              </a:ext>
            </a:extLst>
          </p:cNvPr>
          <p:cNvSpPr>
            <a:spLocks noGrp="1"/>
          </p:cNvSpPr>
          <p:nvPr>
            <p:ph type="title"/>
          </p:nvPr>
        </p:nvSpPr>
        <p:spPr>
          <a:xfrm>
            <a:off x="628650" y="476590"/>
            <a:ext cx="7886700" cy="977106"/>
          </a:xfrm>
        </p:spPr>
        <p:txBody>
          <a:bodyPr>
            <a:normAutofit fontScale="90000"/>
          </a:bodyPr>
          <a:lstStyle/>
          <a:p>
            <a:r>
              <a:rPr lang="en-US" dirty="0">
                <a:solidFill>
                  <a:srgbClr val="C00000"/>
                </a:solidFill>
              </a:rPr>
              <a:t>$ docker search ubuntu</a:t>
            </a:r>
            <a:r>
              <a:rPr lang="en-US" dirty="0"/>
              <a:t/>
            </a:r>
            <a:br>
              <a:rPr lang="en-US" dirty="0"/>
            </a:br>
            <a:r>
              <a:rPr lang="en-US" dirty="0"/>
              <a:t>displays public images in ubuntu</a:t>
            </a:r>
          </a:p>
        </p:txBody>
      </p:sp>
      <p:pic>
        <p:nvPicPr>
          <p:cNvPr id="4" name="Picture 3">
            <a:extLst>
              <a:ext uri="{FF2B5EF4-FFF2-40B4-BE49-F238E27FC236}">
                <a16:creationId xmlns="" xmlns:a16="http://schemas.microsoft.com/office/drawing/2014/main" id="{48D4AC30-470A-8189-2C69-CA34FD86A5D9}"/>
              </a:ext>
            </a:extLst>
          </p:cNvPr>
          <p:cNvPicPr>
            <a:picLocks noChangeAspect="1"/>
          </p:cNvPicPr>
          <p:nvPr/>
        </p:nvPicPr>
        <p:blipFill>
          <a:blip r:embed="rId2" cstate="print"/>
          <a:stretch>
            <a:fillRect/>
          </a:stretch>
        </p:blipFill>
        <p:spPr>
          <a:xfrm>
            <a:off x="83250" y="1556740"/>
            <a:ext cx="8977500" cy="5184720"/>
          </a:xfrm>
          <a:prstGeom prst="rect">
            <a:avLst/>
          </a:prstGeom>
        </p:spPr>
      </p:pic>
    </p:spTree>
    <p:extLst>
      <p:ext uri="{BB962C8B-B14F-4D97-AF65-F5344CB8AC3E}">
        <p14:creationId xmlns="" xmlns:p14="http://schemas.microsoft.com/office/powerpoint/2010/main" val="300069052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33AF30-B8FF-E1E7-9714-F0EDCEF18AE8}"/>
              </a:ext>
            </a:extLst>
          </p:cNvPr>
          <p:cNvSpPr>
            <a:spLocks noGrp="1"/>
          </p:cNvSpPr>
          <p:nvPr>
            <p:ph type="title"/>
          </p:nvPr>
        </p:nvSpPr>
        <p:spPr/>
        <p:txBody>
          <a:bodyPr>
            <a:normAutofit/>
          </a:bodyPr>
          <a:lstStyle/>
          <a:p>
            <a:r>
              <a:rPr lang="en-US" sz="2100" b="1" dirty="0">
                <a:solidFill>
                  <a:srgbClr val="C00000"/>
                </a:solidFill>
              </a:rPr>
              <a:t>$ docker pull ubuntu-upstart</a:t>
            </a:r>
            <a:r>
              <a:rPr lang="en-US" sz="2100" dirty="0"/>
              <a:t/>
            </a:r>
            <a:br>
              <a:rPr lang="en-US" sz="2100" dirty="0"/>
            </a:br>
            <a:r>
              <a:rPr lang="en-US" sz="2100" dirty="0"/>
              <a:t>it pulls this feature from docker repository on our virtual machine. Later we can run it locally</a:t>
            </a:r>
          </a:p>
        </p:txBody>
      </p:sp>
      <p:pic>
        <p:nvPicPr>
          <p:cNvPr id="5" name="Content Placeholder 4">
            <a:extLst>
              <a:ext uri="{FF2B5EF4-FFF2-40B4-BE49-F238E27FC236}">
                <a16:creationId xmlns="" xmlns:a16="http://schemas.microsoft.com/office/drawing/2014/main" id="{C80D9135-DC42-0230-7A12-100D4F55B618}"/>
              </a:ext>
            </a:extLst>
          </p:cNvPr>
          <p:cNvPicPr>
            <a:picLocks noGrp="1" noChangeAspect="1"/>
          </p:cNvPicPr>
          <p:nvPr>
            <p:ph idx="1"/>
          </p:nvPr>
        </p:nvPicPr>
        <p:blipFill>
          <a:blip r:embed="rId2" cstate="print"/>
          <a:stretch>
            <a:fillRect/>
          </a:stretch>
        </p:blipFill>
        <p:spPr>
          <a:xfrm>
            <a:off x="628650" y="2281481"/>
            <a:ext cx="7886700" cy="3439626"/>
          </a:xfrm>
        </p:spPr>
      </p:pic>
    </p:spTree>
    <p:extLst>
      <p:ext uri="{BB962C8B-B14F-4D97-AF65-F5344CB8AC3E}">
        <p14:creationId xmlns="" xmlns:p14="http://schemas.microsoft.com/office/powerpoint/2010/main" val="110908489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63C0A3-5A35-C18B-103D-AC699867608E}"/>
              </a:ext>
            </a:extLst>
          </p:cNvPr>
          <p:cNvSpPr>
            <a:spLocks noGrp="1"/>
          </p:cNvSpPr>
          <p:nvPr>
            <p:ph type="title"/>
          </p:nvPr>
        </p:nvSpPr>
        <p:spPr/>
        <p:txBody>
          <a:bodyPr>
            <a:normAutofit/>
          </a:bodyPr>
          <a:lstStyle/>
          <a:p>
            <a:r>
              <a:rPr lang="en-US" dirty="0">
                <a:solidFill>
                  <a:srgbClr val="C00000"/>
                </a:solidFill>
              </a:rPr>
              <a:t>$ docker images</a:t>
            </a:r>
            <a:r>
              <a:rPr lang="en-US" dirty="0"/>
              <a:t/>
            </a:r>
            <a:br>
              <a:rPr lang="en-US" dirty="0"/>
            </a:br>
            <a:r>
              <a:rPr lang="en-US" dirty="0"/>
              <a:t>shows </a:t>
            </a:r>
            <a:r>
              <a:rPr lang="en-US" u="sng" dirty="0"/>
              <a:t>pulled image ubuntu-upstart</a:t>
            </a:r>
          </a:p>
        </p:txBody>
      </p:sp>
      <p:pic>
        <p:nvPicPr>
          <p:cNvPr id="5" name="Content Placeholder 4">
            <a:extLst>
              <a:ext uri="{FF2B5EF4-FFF2-40B4-BE49-F238E27FC236}">
                <a16:creationId xmlns="" xmlns:a16="http://schemas.microsoft.com/office/drawing/2014/main" id="{7E5A77F7-AE89-1B5C-5EA9-CCCDBD86EF7E}"/>
              </a:ext>
            </a:extLst>
          </p:cNvPr>
          <p:cNvPicPr>
            <a:picLocks noGrp="1" noChangeAspect="1"/>
          </p:cNvPicPr>
          <p:nvPr>
            <p:ph idx="1"/>
          </p:nvPr>
        </p:nvPicPr>
        <p:blipFill>
          <a:blip r:embed="rId2" cstate="print"/>
          <a:stretch>
            <a:fillRect/>
          </a:stretch>
        </p:blipFill>
        <p:spPr>
          <a:xfrm>
            <a:off x="642937" y="2015331"/>
            <a:ext cx="7858125" cy="4477543"/>
          </a:xfrm>
        </p:spPr>
      </p:pic>
    </p:spTree>
    <p:extLst>
      <p:ext uri="{BB962C8B-B14F-4D97-AF65-F5344CB8AC3E}">
        <p14:creationId xmlns="" xmlns:p14="http://schemas.microsoft.com/office/powerpoint/2010/main" val="303320953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C75B52-2249-0FEE-3927-B049DAC4C14B}"/>
              </a:ext>
            </a:extLst>
          </p:cNvPr>
          <p:cNvSpPr>
            <a:spLocks noGrp="1"/>
          </p:cNvSpPr>
          <p:nvPr>
            <p:ph type="title"/>
          </p:nvPr>
        </p:nvSpPr>
        <p:spPr>
          <a:xfrm>
            <a:off x="539749" y="1016794"/>
            <a:ext cx="7886700" cy="2926556"/>
          </a:xfrm>
        </p:spPr>
        <p:txBody>
          <a:bodyPr>
            <a:normAutofit fontScale="90000"/>
          </a:bodyPr>
          <a:lstStyle/>
          <a:p>
            <a:r>
              <a:rPr lang="en-US" sz="2100" dirty="0">
                <a:solidFill>
                  <a:srgbClr val="C00000"/>
                </a:solidFill>
              </a:rPr>
              <a:t>$ docker run -it b28219773b9b /bin/bash</a:t>
            </a:r>
            <a:r>
              <a:rPr lang="en-US" sz="2100" dirty="0"/>
              <a:t/>
            </a:r>
            <a:br>
              <a:rPr lang="en-US" sz="2100" dirty="0"/>
            </a:br>
            <a:r>
              <a:rPr lang="en-US" sz="2100" dirty="0"/>
              <a:t>runs (-it means) in pseudo </a:t>
            </a:r>
            <a:r>
              <a:rPr lang="en-US" sz="2100" dirty="0" err="1"/>
              <a:t>tty</a:t>
            </a:r>
            <a:r>
              <a:rPr lang="en-US" sz="2100" dirty="0"/>
              <a:t> terminal, the container  for image with id b28219773b9b of ubuntu-upstart</a:t>
            </a:r>
            <a:br>
              <a:rPr lang="en-US" sz="2100" dirty="0"/>
            </a:br>
            <a:r>
              <a:rPr lang="en-US" sz="2100" dirty="0"/>
              <a:t/>
            </a:r>
            <a:br>
              <a:rPr lang="en-US" sz="2100" dirty="0"/>
            </a:br>
            <a:r>
              <a:rPr lang="en-US" sz="2100" dirty="0" smtClean="0"/>
              <a:t>Here, </a:t>
            </a:r>
            <a:r>
              <a:rPr lang="en-US" sz="2100" dirty="0"/>
              <a:t>now we </a:t>
            </a:r>
            <a:r>
              <a:rPr lang="en-US" sz="2100" dirty="0" smtClean="0"/>
              <a:t>are able </a:t>
            </a:r>
            <a:r>
              <a:rPr lang="en-US" sz="2100" dirty="0"/>
              <a:t>to run commands inside the container. So the prompt appears as #</a:t>
            </a:r>
            <a:br>
              <a:rPr lang="en-US" sz="2100" dirty="0"/>
            </a:br>
            <a:r>
              <a:rPr lang="en-US" sz="2100" dirty="0"/>
              <a:t/>
            </a:r>
            <a:br>
              <a:rPr lang="en-US" sz="2100" dirty="0"/>
            </a:br>
            <a:r>
              <a:rPr lang="en-US" sz="2100" dirty="0"/>
              <a:t/>
            </a:r>
            <a:br>
              <a:rPr lang="en-US" sz="2100" dirty="0"/>
            </a:br>
            <a:r>
              <a:rPr lang="en-US" sz="2100" dirty="0"/>
              <a:t/>
            </a:r>
            <a:br>
              <a:rPr lang="en-US" sz="2100" dirty="0"/>
            </a:br>
            <a:r>
              <a:rPr lang="en-US" sz="2100" dirty="0"/>
              <a:t/>
            </a:r>
            <a:br>
              <a:rPr lang="en-US" sz="2100" dirty="0"/>
            </a:br>
            <a:endParaRPr lang="en-US" sz="2100" dirty="0"/>
          </a:p>
        </p:txBody>
      </p:sp>
      <p:pic>
        <p:nvPicPr>
          <p:cNvPr id="5" name="Content Placeholder 4">
            <a:extLst>
              <a:ext uri="{FF2B5EF4-FFF2-40B4-BE49-F238E27FC236}">
                <a16:creationId xmlns="" xmlns:a16="http://schemas.microsoft.com/office/drawing/2014/main" id="{A53BD0D5-C319-7A3C-6917-D1CE4EF51265}"/>
              </a:ext>
            </a:extLst>
          </p:cNvPr>
          <p:cNvPicPr>
            <a:picLocks noGrp="1" noChangeAspect="1"/>
          </p:cNvPicPr>
          <p:nvPr>
            <p:ph idx="1"/>
          </p:nvPr>
        </p:nvPicPr>
        <p:blipFill>
          <a:blip r:embed="rId2" cstate="print"/>
          <a:stretch>
            <a:fillRect/>
          </a:stretch>
        </p:blipFill>
        <p:spPr>
          <a:xfrm>
            <a:off x="539749" y="3212970"/>
            <a:ext cx="7886700" cy="3066283"/>
          </a:xfrm>
        </p:spPr>
      </p:pic>
    </p:spTree>
    <p:extLst>
      <p:ext uri="{BB962C8B-B14F-4D97-AF65-F5344CB8AC3E}">
        <p14:creationId xmlns="" xmlns:p14="http://schemas.microsoft.com/office/powerpoint/2010/main" val="191533816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719B56-9519-C999-8A4D-DB0858CFE7BD}"/>
              </a:ext>
            </a:extLst>
          </p:cNvPr>
          <p:cNvSpPr>
            <a:spLocks noGrp="1"/>
          </p:cNvSpPr>
          <p:nvPr>
            <p:ph type="title"/>
          </p:nvPr>
        </p:nvSpPr>
        <p:spPr>
          <a:xfrm>
            <a:off x="395420" y="681037"/>
            <a:ext cx="8058150" cy="994172"/>
          </a:xfrm>
        </p:spPr>
        <p:txBody>
          <a:bodyPr>
            <a:noAutofit/>
          </a:bodyPr>
          <a:lstStyle/>
          <a:p>
            <a:r>
              <a:rPr lang="en-IN" sz="2700" dirty="0"/>
              <a:t>Now run inside container, command #</a:t>
            </a:r>
            <a:r>
              <a:rPr lang="en-IN" sz="2700" u="sng" dirty="0">
                <a:solidFill>
                  <a:srgbClr val="C00000"/>
                </a:solidFill>
              </a:rPr>
              <a:t>apt-get update</a:t>
            </a:r>
            <a:br>
              <a:rPr lang="en-IN" sz="2700" u="sng" dirty="0">
                <a:solidFill>
                  <a:srgbClr val="C00000"/>
                </a:solidFill>
              </a:rPr>
            </a:br>
            <a:r>
              <a:rPr lang="en-IN" sz="2700" dirty="0"/>
              <a:t>Press</a:t>
            </a:r>
            <a:r>
              <a:rPr lang="en-IN" sz="2700" u="sng" dirty="0">
                <a:solidFill>
                  <a:srgbClr val="C00000"/>
                </a:solidFill>
              </a:rPr>
              <a:t> ^c </a:t>
            </a:r>
            <a:r>
              <a:rPr lang="en-IN" sz="2700" dirty="0"/>
              <a:t>to stop</a:t>
            </a:r>
            <a:r>
              <a:rPr lang="en-IN" sz="2700" u="sng" dirty="0">
                <a:solidFill>
                  <a:srgbClr val="C00000"/>
                </a:solidFill>
              </a:rPr>
              <a:t/>
            </a:r>
            <a:br>
              <a:rPr lang="en-IN" sz="2700" u="sng" dirty="0">
                <a:solidFill>
                  <a:srgbClr val="C00000"/>
                </a:solidFill>
              </a:rPr>
            </a:br>
            <a:r>
              <a:rPr lang="en-IN" sz="2700" dirty="0">
                <a:effectLst>
                  <a:outerShdw blurRad="38100" dist="38100" dir="2700000" algn="tl">
                    <a:srgbClr val="000000">
                      <a:alpha val="43137"/>
                    </a:srgbClr>
                  </a:outerShdw>
                </a:effectLst>
              </a:rPr>
              <a:t>and</a:t>
            </a:r>
            <a:r>
              <a:rPr lang="en-IN" sz="2700" dirty="0">
                <a:solidFill>
                  <a:srgbClr val="C00000"/>
                </a:solidFill>
                <a:effectLst>
                  <a:outerShdw blurRad="38100" dist="38100" dir="2700000" algn="tl">
                    <a:srgbClr val="000000">
                      <a:alpha val="43137"/>
                    </a:srgbClr>
                  </a:outerShdw>
                </a:effectLst>
              </a:rPr>
              <a:t> exit </a:t>
            </a:r>
            <a:r>
              <a:rPr lang="en-IN" sz="2700" dirty="0">
                <a:effectLst>
                  <a:outerShdw blurRad="38100" dist="38100" dir="2700000" algn="tl">
                    <a:srgbClr val="000000">
                      <a:alpha val="43137"/>
                    </a:srgbClr>
                  </a:outerShdw>
                </a:effectLst>
              </a:rPr>
              <a:t>to exit </a:t>
            </a:r>
            <a:endParaRPr lang="en-US" sz="2700" dirty="0">
              <a:effectLst>
                <a:outerShdw blurRad="38100" dist="38100" dir="2700000" algn="tl">
                  <a:srgbClr val="000000">
                    <a:alpha val="43137"/>
                  </a:srgbClr>
                </a:outerShdw>
              </a:effectLst>
            </a:endParaRPr>
          </a:p>
        </p:txBody>
      </p:sp>
      <p:pic>
        <p:nvPicPr>
          <p:cNvPr id="5" name="Content Placeholder 4">
            <a:extLst>
              <a:ext uri="{FF2B5EF4-FFF2-40B4-BE49-F238E27FC236}">
                <a16:creationId xmlns="" xmlns:a16="http://schemas.microsoft.com/office/drawing/2014/main" id="{CA11E97A-B082-5566-EDB3-7C65B87D358C}"/>
              </a:ext>
            </a:extLst>
          </p:cNvPr>
          <p:cNvPicPr>
            <a:picLocks noGrp="1" noChangeAspect="1"/>
          </p:cNvPicPr>
          <p:nvPr>
            <p:ph idx="1"/>
          </p:nvPr>
        </p:nvPicPr>
        <p:blipFill>
          <a:blip r:embed="rId2" cstate="print"/>
          <a:stretch>
            <a:fillRect/>
          </a:stretch>
        </p:blipFill>
        <p:spPr>
          <a:xfrm>
            <a:off x="539440" y="2132820"/>
            <a:ext cx="8058150" cy="4351338"/>
          </a:xfrm>
        </p:spPr>
      </p:pic>
    </p:spTree>
    <p:extLst>
      <p:ext uri="{BB962C8B-B14F-4D97-AF65-F5344CB8AC3E}">
        <p14:creationId xmlns="" xmlns:p14="http://schemas.microsoft.com/office/powerpoint/2010/main" val="416706312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E2F11B-B45A-0E0B-1295-2BAF4DC2A8B0}"/>
              </a:ext>
            </a:extLst>
          </p:cNvPr>
          <p:cNvSpPr>
            <a:spLocks noGrp="1"/>
          </p:cNvSpPr>
          <p:nvPr>
            <p:ph type="title"/>
          </p:nvPr>
        </p:nvSpPr>
        <p:spPr/>
        <p:txBody>
          <a:bodyPr>
            <a:normAutofit/>
          </a:bodyPr>
          <a:lstStyle/>
          <a:p>
            <a:r>
              <a:rPr lang="en-IN" dirty="0"/>
              <a:t>Ubuntu image we pulled from docker hub</a:t>
            </a:r>
            <a:endParaRPr lang="en-US" dirty="0"/>
          </a:p>
        </p:txBody>
      </p:sp>
      <p:pic>
        <p:nvPicPr>
          <p:cNvPr id="5" name="Content Placeholder 4">
            <a:extLst>
              <a:ext uri="{FF2B5EF4-FFF2-40B4-BE49-F238E27FC236}">
                <a16:creationId xmlns="" xmlns:a16="http://schemas.microsoft.com/office/drawing/2014/main" id="{4E30528C-D8DC-F53C-081A-94C51F6C8B7C}"/>
              </a:ext>
            </a:extLst>
          </p:cNvPr>
          <p:cNvPicPr>
            <a:picLocks noGrp="1" noChangeAspect="1"/>
          </p:cNvPicPr>
          <p:nvPr>
            <p:ph idx="1"/>
          </p:nvPr>
        </p:nvPicPr>
        <p:blipFill>
          <a:blip r:embed="rId2" cstate="print"/>
          <a:stretch>
            <a:fillRect/>
          </a:stretch>
        </p:blipFill>
        <p:spPr>
          <a:xfrm>
            <a:off x="628650" y="1690689"/>
            <a:ext cx="7886700" cy="5050771"/>
          </a:xfrm>
        </p:spPr>
      </p:pic>
    </p:spTree>
    <p:extLst>
      <p:ext uri="{BB962C8B-B14F-4D97-AF65-F5344CB8AC3E}">
        <p14:creationId xmlns="" xmlns:p14="http://schemas.microsoft.com/office/powerpoint/2010/main" val="117517199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3BA323-DD56-79A5-C2CD-77727DDE7E15}"/>
              </a:ext>
            </a:extLst>
          </p:cNvPr>
          <p:cNvSpPr>
            <a:spLocks noGrp="1"/>
          </p:cNvSpPr>
          <p:nvPr>
            <p:ph type="title"/>
          </p:nvPr>
        </p:nvSpPr>
        <p:spPr/>
        <p:txBody>
          <a:bodyPr>
            <a:normAutofit/>
          </a:bodyPr>
          <a:lstStyle/>
          <a:p>
            <a:r>
              <a:rPr lang="en-IN" dirty="0"/>
              <a:t>Similarly we can pull node locally from docker hub. Go to next slide</a:t>
            </a:r>
            <a:endParaRPr lang="en-US" dirty="0"/>
          </a:p>
        </p:txBody>
      </p:sp>
      <p:pic>
        <p:nvPicPr>
          <p:cNvPr id="5" name="Content Placeholder 4">
            <a:extLst>
              <a:ext uri="{FF2B5EF4-FFF2-40B4-BE49-F238E27FC236}">
                <a16:creationId xmlns="" xmlns:a16="http://schemas.microsoft.com/office/drawing/2014/main" id="{86D39137-AA38-46D9-D97F-A5A097973D0C}"/>
              </a:ext>
            </a:extLst>
          </p:cNvPr>
          <p:cNvPicPr>
            <a:picLocks noGrp="1" noChangeAspect="1"/>
          </p:cNvPicPr>
          <p:nvPr>
            <p:ph idx="1"/>
          </p:nvPr>
        </p:nvPicPr>
        <p:blipFill>
          <a:blip r:embed="rId2" cstate="print"/>
          <a:stretch>
            <a:fillRect/>
          </a:stretch>
        </p:blipFill>
        <p:spPr>
          <a:xfrm>
            <a:off x="539440" y="1708941"/>
            <a:ext cx="7975910" cy="4672469"/>
          </a:xfrm>
        </p:spPr>
      </p:pic>
    </p:spTree>
    <p:extLst>
      <p:ext uri="{BB962C8B-B14F-4D97-AF65-F5344CB8AC3E}">
        <p14:creationId xmlns="" xmlns:p14="http://schemas.microsoft.com/office/powerpoint/2010/main" val="39503395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FFF8886-86A0-64DB-0656-7624C4472A88}"/>
              </a:ext>
            </a:extLst>
          </p:cNvPr>
          <p:cNvSpPr>
            <a:spLocks noGrp="1"/>
          </p:cNvSpPr>
          <p:nvPr>
            <p:ph type="title"/>
          </p:nvPr>
        </p:nvSpPr>
        <p:spPr/>
        <p:txBody>
          <a:bodyPr/>
          <a:lstStyle/>
          <a:p>
            <a:r>
              <a:rPr lang="en-US" dirty="0">
                <a:solidFill>
                  <a:srgbClr val="C00000"/>
                </a:solidFill>
              </a:rPr>
              <a:t>$ docker search node</a:t>
            </a:r>
          </a:p>
        </p:txBody>
      </p:sp>
      <p:pic>
        <p:nvPicPr>
          <p:cNvPr id="5" name="Content Placeholder 4">
            <a:extLst>
              <a:ext uri="{FF2B5EF4-FFF2-40B4-BE49-F238E27FC236}">
                <a16:creationId xmlns="" xmlns:a16="http://schemas.microsoft.com/office/drawing/2014/main" id="{0A23E8B8-46A9-717E-7C7B-DC8E0617B69D}"/>
              </a:ext>
            </a:extLst>
          </p:cNvPr>
          <p:cNvPicPr>
            <a:picLocks noGrp="1" noChangeAspect="1"/>
          </p:cNvPicPr>
          <p:nvPr>
            <p:ph idx="1"/>
          </p:nvPr>
        </p:nvPicPr>
        <p:blipFill>
          <a:blip r:embed="rId2" cstate="print"/>
          <a:stretch>
            <a:fillRect/>
          </a:stretch>
        </p:blipFill>
        <p:spPr>
          <a:xfrm>
            <a:off x="628650" y="1690690"/>
            <a:ext cx="7975910" cy="4906750"/>
          </a:xfrm>
        </p:spPr>
      </p:pic>
    </p:spTree>
    <p:extLst>
      <p:ext uri="{BB962C8B-B14F-4D97-AF65-F5344CB8AC3E}">
        <p14:creationId xmlns="" xmlns:p14="http://schemas.microsoft.com/office/powerpoint/2010/main" val="19900988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6EE9F2-6228-D657-50C5-740509E51AF2}"/>
              </a:ext>
            </a:extLst>
          </p:cNvPr>
          <p:cNvSpPr>
            <a:spLocks noGrp="1"/>
          </p:cNvSpPr>
          <p:nvPr>
            <p:ph type="title"/>
          </p:nvPr>
        </p:nvSpPr>
        <p:spPr>
          <a:xfrm>
            <a:off x="204787" y="548600"/>
            <a:ext cx="8939213" cy="994172"/>
          </a:xfrm>
        </p:spPr>
        <p:txBody>
          <a:bodyPr>
            <a:normAutofit fontScale="90000"/>
          </a:bodyPr>
          <a:lstStyle/>
          <a:p>
            <a:r>
              <a:rPr lang="en-IN" dirty="0"/>
              <a:t>Here we directly run the node in our local machine. And run the ls command and exited using the exit command</a:t>
            </a:r>
            <a:endParaRPr lang="en-US" dirty="0"/>
          </a:p>
        </p:txBody>
      </p:sp>
      <p:pic>
        <p:nvPicPr>
          <p:cNvPr id="5" name="Picture 4">
            <a:extLst>
              <a:ext uri="{FF2B5EF4-FFF2-40B4-BE49-F238E27FC236}">
                <a16:creationId xmlns="" xmlns:a16="http://schemas.microsoft.com/office/drawing/2014/main" id="{5A5B0305-97E7-4A91-59E3-A0110322CD52}"/>
              </a:ext>
            </a:extLst>
          </p:cNvPr>
          <p:cNvPicPr>
            <a:picLocks noChangeAspect="1"/>
          </p:cNvPicPr>
          <p:nvPr/>
        </p:nvPicPr>
        <p:blipFill>
          <a:blip r:embed="rId2" cstate="print"/>
          <a:stretch>
            <a:fillRect/>
          </a:stretch>
        </p:blipFill>
        <p:spPr>
          <a:xfrm>
            <a:off x="271462" y="1844780"/>
            <a:ext cx="8601075" cy="4824670"/>
          </a:xfrm>
          <a:prstGeom prst="rect">
            <a:avLst/>
          </a:prstGeom>
        </p:spPr>
      </p:pic>
    </p:spTree>
    <p:extLst>
      <p:ext uri="{BB962C8B-B14F-4D97-AF65-F5344CB8AC3E}">
        <p14:creationId xmlns="" xmlns:p14="http://schemas.microsoft.com/office/powerpoint/2010/main" val="38963596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BD300E-DACC-FDCC-6C8C-1C07C9DC0D30}"/>
              </a:ext>
            </a:extLst>
          </p:cNvPr>
          <p:cNvSpPr>
            <a:spLocks noGrp="1"/>
          </p:cNvSpPr>
          <p:nvPr>
            <p:ph type="ctrTitle"/>
          </p:nvPr>
        </p:nvSpPr>
        <p:spPr>
          <a:xfrm>
            <a:off x="209550" y="1121569"/>
            <a:ext cx="7791450" cy="1042988"/>
          </a:xfrm>
        </p:spPr>
        <p:txBody>
          <a:bodyPr>
            <a:normAutofit/>
          </a:bodyPr>
          <a:lstStyle/>
          <a:p>
            <a:r>
              <a:rPr lang="en-IN" sz="2100" b="1" dirty="0">
                <a:latin typeface="Calibri" panose="020F0502020204030204" pitchFamily="34" charset="0"/>
                <a:ea typeface="Calibri" panose="020F0502020204030204" pitchFamily="34" charset="0"/>
                <a:cs typeface="Times New Roman" panose="02020603050405020304" pitchFamily="18" charset="0"/>
              </a:rPr>
              <a:t> Exercise 4. Create Docker Image using </a:t>
            </a:r>
            <a:r>
              <a:rPr lang="en-IN" sz="2100" b="1" dirty="0" err="1">
                <a:latin typeface="Calibri" panose="020F0502020204030204" pitchFamily="34" charset="0"/>
                <a:ea typeface="Calibri" panose="020F0502020204030204" pitchFamily="34" charset="0"/>
                <a:cs typeface="Times New Roman" panose="02020603050405020304" pitchFamily="18" charset="0"/>
              </a:rPr>
              <a:t>Dockerfile</a:t>
            </a:r>
            <a:r>
              <a:rPr lang="en-IN" sz="2100" b="1" dirty="0">
                <a:latin typeface="Calibri" panose="020F0502020204030204" pitchFamily="34" charset="0"/>
                <a:ea typeface="Calibri" panose="020F0502020204030204" pitchFamily="34" charset="0"/>
                <a:cs typeface="Times New Roman" panose="02020603050405020304" pitchFamily="18" charset="0"/>
              </a:rPr>
              <a:t/>
            </a:r>
            <a:br>
              <a:rPr lang="en-IN" sz="2100" b="1" dirty="0">
                <a:latin typeface="Calibri" panose="020F0502020204030204" pitchFamily="34" charset="0"/>
                <a:ea typeface="Calibri" panose="020F0502020204030204" pitchFamily="34" charset="0"/>
                <a:cs typeface="Times New Roman" panose="02020603050405020304" pitchFamily="18" charset="0"/>
              </a:rPr>
            </a:br>
            <a:endParaRPr lang="en-US" sz="2100" b="1" dirty="0"/>
          </a:p>
        </p:txBody>
      </p:sp>
      <p:sp>
        <p:nvSpPr>
          <p:cNvPr id="3" name="Subtitle 2">
            <a:extLst>
              <a:ext uri="{FF2B5EF4-FFF2-40B4-BE49-F238E27FC236}">
                <a16:creationId xmlns="" xmlns:a16="http://schemas.microsoft.com/office/drawing/2014/main" id="{88B115AE-1211-5331-FE77-287BC859D1BB}"/>
              </a:ext>
            </a:extLst>
          </p:cNvPr>
          <p:cNvSpPr>
            <a:spLocks noGrp="1"/>
          </p:cNvSpPr>
          <p:nvPr>
            <p:ph type="subTitle" idx="1"/>
          </p:nvPr>
        </p:nvSpPr>
        <p:spPr>
          <a:xfrm>
            <a:off x="1050131" y="2408634"/>
            <a:ext cx="6858000" cy="2284810"/>
          </a:xfrm>
        </p:spPr>
        <p:txBody>
          <a:bodyPr/>
          <a:lstStyle/>
          <a:p>
            <a:endParaRPr lang="en-IN" dirty="0"/>
          </a:p>
          <a:p>
            <a:endParaRPr lang="en-US" dirty="0"/>
          </a:p>
        </p:txBody>
      </p:sp>
      <p:pic>
        <p:nvPicPr>
          <p:cNvPr id="5" name="Picture 4">
            <a:extLst>
              <a:ext uri="{FF2B5EF4-FFF2-40B4-BE49-F238E27FC236}">
                <a16:creationId xmlns="" xmlns:a16="http://schemas.microsoft.com/office/drawing/2014/main" id="{1D860571-FEF5-6CDC-DBA8-A729CA8E0462}"/>
              </a:ext>
            </a:extLst>
          </p:cNvPr>
          <p:cNvPicPr>
            <a:picLocks noChangeAspect="1"/>
          </p:cNvPicPr>
          <p:nvPr/>
        </p:nvPicPr>
        <p:blipFill>
          <a:blip r:embed="rId2" cstate="print"/>
          <a:stretch>
            <a:fillRect/>
          </a:stretch>
        </p:blipFill>
        <p:spPr>
          <a:xfrm>
            <a:off x="1310877" y="2400301"/>
            <a:ext cx="6047185" cy="2156222"/>
          </a:xfrm>
          <a:prstGeom prst="rect">
            <a:avLst/>
          </a:prstGeom>
        </p:spPr>
      </p:pic>
    </p:spTree>
    <p:extLst>
      <p:ext uri="{BB962C8B-B14F-4D97-AF65-F5344CB8AC3E}">
        <p14:creationId xmlns="" xmlns:p14="http://schemas.microsoft.com/office/powerpoint/2010/main" val="29126428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9D0B6A-E892-2A9C-2642-F8A2150C74D8}"/>
              </a:ext>
            </a:extLst>
          </p:cNvPr>
          <p:cNvSpPr>
            <a:spLocks noGrp="1"/>
          </p:cNvSpPr>
          <p:nvPr>
            <p:ph type="title"/>
          </p:nvPr>
        </p:nvSpPr>
        <p:spPr/>
        <p:txBody>
          <a:bodyPr/>
          <a:lstStyle/>
          <a:p>
            <a:r>
              <a:rPr lang="en-IN" dirty="0" err="1"/>
              <a:t>Dockerfile</a:t>
            </a:r>
            <a:endParaRPr lang="en-US" dirty="0"/>
          </a:p>
        </p:txBody>
      </p:sp>
      <p:sp>
        <p:nvSpPr>
          <p:cNvPr id="3" name="Content Placeholder 2">
            <a:extLst>
              <a:ext uri="{FF2B5EF4-FFF2-40B4-BE49-F238E27FC236}">
                <a16:creationId xmlns="" xmlns:a16="http://schemas.microsoft.com/office/drawing/2014/main" id="{462EB14F-03FF-58E0-7CBC-22A0DB5BFB5C}"/>
              </a:ext>
            </a:extLst>
          </p:cNvPr>
          <p:cNvSpPr>
            <a:spLocks noGrp="1"/>
          </p:cNvSpPr>
          <p:nvPr>
            <p:ph idx="1"/>
          </p:nvPr>
        </p:nvSpPr>
        <p:spPr/>
        <p:txBody>
          <a:bodyPr/>
          <a:lstStyle/>
          <a:p>
            <a:pPr marL="0" indent="0">
              <a:buNone/>
            </a:pPr>
            <a:r>
              <a:rPr lang="en-IN" dirty="0"/>
              <a:t>It is plain text file </a:t>
            </a:r>
            <a:r>
              <a:rPr lang="en-IN" dirty="0" smtClean="0"/>
              <a:t> that contains </a:t>
            </a:r>
            <a:r>
              <a:rPr lang="en-IN" dirty="0"/>
              <a:t>instruction to build image.</a:t>
            </a:r>
          </a:p>
          <a:p>
            <a:pPr marL="0" indent="0">
              <a:buNone/>
            </a:pPr>
            <a:r>
              <a:rPr lang="en-IN" dirty="0"/>
              <a:t>In docker hub existing images are present. </a:t>
            </a:r>
          </a:p>
          <a:p>
            <a:pPr marL="0" indent="0">
              <a:buNone/>
            </a:pPr>
            <a:r>
              <a:rPr lang="en-IN" dirty="0" err="1"/>
              <a:t>Dockerfile</a:t>
            </a:r>
            <a:r>
              <a:rPr lang="en-IN" dirty="0"/>
              <a:t> helps to create our now image</a:t>
            </a:r>
          </a:p>
          <a:p>
            <a:pPr marL="0" indent="0">
              <a:buNone/>
            </a:pPr>
            <a:endParaRPr lang="en-IN" dirty="0"/>
          </a:p>
          <a:p>
            <a:pPr marL="0" indent="0">
              <a:buNone/>
            </a:pPr>
            <a:endParaRPr lang="en-US" dirty="0"/>
          </a:p>
        </p:txBody>
      </p:sp>
      <p:pic>
        <p:nvPicPr>
          <p:cNvPr id="8" name="Picture 7">
            <a:extLst>
              <a:ext uri="{FF2B5EF4-FFF2-40B4-BE49-F238E27FC236}">
                <a16:creationId xmlns="" xmlns:a16="http://schemas.microsoft.com/office/drawing/2014/main" id="{7659617E-13AB-CA32-57AF-A7F956D6BE75}"/>
              </a:ext>
            </a:extLst>
          </p:cNvPr>
          <p:cNvPicPr>
            <a:picLocks noChangeAspect="1"/>
          </p:cNvPicPr>
          <p:nvPr/>
        </p:nvPicPr>
        <p:blipFill>
          <a:blip r:embed="rId2" cstate="print"/>
          <a:stretch>
            <a:fillRect/>
          </a:stretch>
        </p:blipFill>
        <p:spPr>
          <a:xfrm>
            <a:off x="457200" y="4008303"/>
            <a:ext cx="8229600" cy="2635407"/>
          </a:xfrm>
          <a:prstGeom prst="rect">
            <a:avLst/>
          </a:prstGeom>
        </p:spPr>
      </p:pic>
    </p:spTree>
    <p:extLst>
      <p:ext uri="{BB962C8B-B14F-4D97-AF65-F5344CB8AC3E}">
        <p14:creationId xmlns="" xmlns:p14="http://schemas.microsoft.com/office/powerpoint/2010/main" val="6771218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273A06-3D0D-E75B-F2C2-9FE7B907DC67}"/>
              </a:ext>
            </a:extLst>
          </p:cNvPr>
          <p:cNvSpPr>
            <a:spLocks noGrp="1"/>
          </p:cNvSpPr>
          <p:nvPr>
            <p:ph type="title"/>
          </p:nvPr>
        </p:nvSpPr>
        <p:spPr/>
        <p:txBody>
          <a:bodyPr/>
          <a:lstStyle/>
          <a:p>
            <a:r>
              <a:rPr lang="en-IN" dirty="0"/>
              <a:t>Steps to follow</a:t>
            </a:r>
            <a:endParaRPr lang="en-US" dirty="0"/>
          </a:p>
        </p:txBody>
      </p:sp>
      <p:pic>
        <p:nvPicPr>
          <p:cNvPr id="5" name="Content Placeholder 4">
            <a:extLst>
              <a:ext uri="{FF2B5EF4-FFF2-40B4-BE49-F238E27FC236}">
                <a16:creationId xmlns="" xmlns:a16="http://schemas.microsoft.com/office/drawing/2014/main" id="{1D2E0540-1B50-C1B5-1A0E-148898A3BE00}"/>
              </a:ext>
            </a:extLst>
          </p:cNvPr>
          <p:cNvPicPr>
            <a:picLocks noGrp="1" noChangeAspect="1"/>
          </p:cNvPicPr>
          <p:nvPr>
            <p:ph idx="1"/>
          </p:nvPr>
        </p:nvPicPr>
        <p:blipFill>
          <a:blip r:embed="rId2" cstate="print"/>
          <a:stretch>
            <a:fillRect/>
          </a:stretch>
        </p:blipFill>
        <p:spPr>
          <a:xfrm>
            <a:off x="522240" y="1916790"/>
            <a:ext cx="7993110" cy="3528490"/>
          </a:xfrm>
        </p:spPr>
      </p:pic>
    </p:spTree>
    <p:extLst>
      <p:ext uri="{BB962C8B-B14F-4D97-AF65-F5344CB8AC3E}">
        <p14:creationId xmlns="" xmlns:p14="http://schemas.microsoft.com/office/powerpoint/2010/main" val="13668298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85AF50-7891-DEAC-3CBA-DA59E350AFE3}"/>
              </a:ext>
            </a:extLst>
          </p:cNvPr>
          <p:cNvSpPr>
            <a:spLocks noGrp="1"/>
          </p:cNvSpPr>
          <p:nvPr>
            <p:ph type="title"/>
          </p:nvPr>
        </p:nvSpPr>
        <p:spPr>
          <a:xfrm>
            <a:off x="628650" y="1131094"/>
            <a:ext cx="7886700" cy="511969"/>
          </a:xfrm>
        </p:spPr>
        <p:txBody>
          <a:bodyPr>
            <a:normAutofit fontScale="90000"/>
          </a:bodyPr>
          <a:lstStyle/>
          <a:p>
            <a:r>
              <a:rPr lang="en-IN" dirty="0"/>
              <a:t>Step 1 create </a:t>
            </a:r>
            <a:r>
              <a:rPr lang="en-IN" dirty="0" err="1"/>
              <a:t>Dockerfile</a:t>
            </a:r>
            <a:r>
              <a:rPr lang="en-IN" dirty="0"/>
              <a:t> </a:t>
            </a:r>
            <a:endParaRPr lang="en-US" dirty="0"/>
          </a:p>
        </p:txBody>
      </p:sp>
      <p:sp>
        <p:nvSpPr>
          <p:cNvPr id="3" name="Content Placeholder 2">
            <a:extLst>
              <a:ext uri="{FF2B5EF4-FFF2-40B4-BE49-F238E27FC236}">
                <a16:creationId xmlns="" xmlns:a16="http://schemas.microsoft.com/office/drawing/2014/main" id="{AB2B7320-79AD-78F9-4601-D9103DABE9AA}"/>
              </a:ext>
            </a:extLst>
          </p:cNvPr>
          <p:cNvSpPr>
            <a:spLocks noGrp="1"/>
          </p:cNvSpPr>
          <p:nvPr>
            <p:ph idx="1"/>
          </p:nvPr>
        </p:nvSpPr>
        <p:spPr>
          <a:xfrm>
            <a:off x="628650" y="1778794"/>
            <a:ext cx="7886700" cy="4043363"/>
          </a:xfrm>
        </p:spPr>
        <p:txBody>
          <a:bodyPr>
            <a:normAutofit/>
          </a:bodyPr>
          <a:lstStyle/>
          <a:p>
            <a:pPr marL="385763" indent="-385763">
              <a:buAutoNum type="alphaLcPeriod"/>
            </a:pPr>
            <a:r>
              <a:rPr lang="en-IN" dirty="0"/>
              <a:t>Go desktop, right-click and create a folder named Docker-custom</a:t>
            </a:r>
          </a:p>
          <a:p>
            <a:pPr marL="385763" indent="-385763">
              <a:buAutoNum type="alphaLcPeriod"/>
            </a:pPr>
            <a:endParaRPr lang="en-IN" dirty="0"/>
          </a:p>
          <a:p>
            <a:pPr marL="385763" indent="-385763">
              <a:buAutoNum type="alphaLcPeriod"/>
            </a:pPr>
            <a:endParaRPr lang="en-IN" dirty="0"/>
          </a:p>
          <a:p>
            <a:pPr marL="385763" indent="-385763">
              <a:buAutoNum type="alphaLcPeriod"/>
            </a:pPr>
            <a:endParaRPr lang="en-IN" dirty="0"/>
          </a:p>
          <a:p>
            <a:pPr marL="385763" indent="-385763">
              <a:buAutoNum type="alphaLcPeriod"/>
            </a:pPr>
            <a:endParaRPr lang="en-IN" dirty="0"/>
          </a:p>
          <a:p>
            <a:pPr marL="385763" indent="-385763">
              <a:buAutoNum type="alphaLcPeriod"/>
            </a:pPr>
            <a:endParaRPr lang="en-IN" dirty="0"/>
          </a:p>
          <a:p>
            <a:pPr marL="385763" indent="-385763">
              <a:buAutoNum type="alphaLcPeriod"/>
            </a:pPr>
            <a:r>
              <a:rPr lang="en-IN" dirty="0"/>
              <a:t>Open the folder in Visual studio code</a:t>
            </a:r>
          </a:p>
          <a:p>
            <a:pPr marL="385763" indent="-385763">
              <a:buAutoNum type="alphaLcPeriod"/>
            </a:pPr>
            <a:r>
              <a:rPr lang="en-IN" dirty="0"/>
              <a:t>Create a file named </a:t>
            </a:r>
            <a:r>
              <a:rPr lang="en-IN" dirty="0" err="1"/>
              <a:t>Dockerfile</a:t>
            </a:r>
            <a:endParaRPr lang="en-US" dirty="0">
              <a:solidFill>
                <a:schemeClr val="accent2">
                  <a:lumMod val="75000"/>
                </a:schemeClr>
              </a:solidFill>
            </a:endParaRPr>
          </a:p>
        </p:txBody>
      </p:sp>
      <p:pic>
        <p:nvPicPr>
          <p:cNvPr id="5" name="Picture 4">
            <a:extLst>
              <a:ext uri="{FF2B5EF4-FFF2-40B4-BE49-F238E27FC236}">
                <a16:creationId xmlns="" xmlns:a16="http://schemas.microsoft.com/office/drawing/2014/main" id="{5566C761-1D51-5987-950C-C041FEEE8DDA}"/>
              </a:ext>
            </a:extLst>
          </p:cNvPr>
          <p:cNvPicPr>
            <a:picLocks noChangeAspect="1"/>
          </p:cNvPicPr>
          <p:nvPr/>
        </p:nvPicPr>
        <p:blipFill>
          <a:blip r:embed="rId2" cstate="print"/>
          <a:stretch>
            <a:fillRect/>
          </a:stretch>
        </p:blipFill>
        <p:spPr>
          <a:xfrm>
            <a:off x="1628775" y="2557462"/>
            <a:ext cx="1557338" cy="1128713"/>
          </a:xfrm>
          <a:prstGeom prst="rect">
            <a:avLst/>
          </a:prstGeom>
        </p:spPr>
      </p:pic>
    </p:spTree>
    <p:extLst>
      <p:ext uri="{BB962C8B-B14F-4D97-AF65-F5344CB8AC3E}">
        <p14:creationId xmlns="" xmlns:p14="http://schemas.microsoft.com/office/powerpoint/2010/main" val="28833612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12F2FF-899C-6D1F-F0A1-CA4DA237A9EC}"/>
              </a:ext>
            </a:extLst>
          </p:cNvPr>
          <p:cNvSpPr>
            <a:spLocks noGrp="1"/>
          </p:cNvSpPr>
          <p:nvPr>
            <p:ph type="title"/>
          </p:nvPr>
        </p:nvSpPr>
        <p:spPr/>
        <p:txBody>
          <a:bodyPr>
            <a:normAutofit/>
          </a:bodyPr>
          <a:lstStyle/>
          <a:p>
            <a:r>
              <a:rPr lang="en-IN" dirty="0"/>
              <a:t>Step 2: Add instructions to </a:t>
            </a:r>
            <a:r>
              <a:rPr lang="en-IN" dirty="0" err="1"/>
              <a:t>Dockerfile</a:t>
            </a:r>
            <a:endParaRPr lang="en-US" dirty="0"/>
          </a:p>
        </p:txBody>
      </p:sp>
      <p:sp>
        <p:nvSpPr>
          <p:cNvPr id="3" name="Content Placeholder 2">
            <a:extLst>
              <a:ext uri="{FF2B5EF4-FFF2-40B4-BE49-F238E27FC236}">
                <a16:creationId xmlns="" xmlns:a16="http://schemas.microsoft.com/office/drawing/2014/main" id="{358A0724-5049-4FD8-DD4B-866E2918A503}"/>
              </a:ext>
            </a:extLst>
          </p:cNvPr>
          <p:cNvSpPr>
            <a:spLocks noGrp="1"/>
          </p:cNvSpPr>
          <p:nvPr>
            <p:ph idx="1"/>
          </p:nvPr>
        </p:nvSpPr>
        <p:spPr>
          <a:xfrm>
            <a:off x="628650" y="2226468"/>
            <a:ext cx="7886700" cy="3488547"/>
          </a:xfrm>
        </p:spPr>
        <p:txBody>
          <a:bodyPr>
            <a:normAutofit lnSpcReduction="10000"/>
          </a:bodyPr>
          <a:lstStyle/>
          <a:p>
            <a:pPr marL="385763" indent="-385763">
              <a:buAutoNum type="alphaLcPeriod"/>
            </a:pPr>
            <a:r>
              <a:rPr lang="en-IN" dirty="0"/>
              <a:t>In file </a:t>
            </a:r>
            <a:r>
              <a:rPr lang="en-IN" dirty="0" err="1"/>
              <a:t>Dockerfile</a:t>
            </a:r>
            <a:r>
              <a:rPr lang="en-IN" dirty="0"/>
              <a:t>, type commands as below</a:t>
            </a:r>
          </a:p>
          <a:p>
            <a:pPr marL="0" indent="0">
              <a:buNone/>
            </a:pPr>
            <a:r>
              <a:rPr lang="en-IN" dirty="0"/>
              <a:t>       </a:t>
            </a:r>
            <a:r>
              <a:rPr lang="en-IN" b="0" dirty="0">
                <a:solidFill>
                  <a:schemeClr val="accent2">
                    <a:lumMod val="75000"/>
                  </a:schemeClr>
                </a:solidFill>
                <a:effectLst/>
                <a:latin typeface="Consolas" panose="020B0609020204030204" pitchFamily="49" charset="0"/>
              </a:rPr>
              <a:t># step specify the base image</a:t>
            </a:r>
          </a:p>
          <a:p>
            <a:pPr marL="0" indent="0">
              <a:buNone/>
            </a:pPr>
            <a:r>
              <a:rPr lang="en-IN" b="0" dirty="0">
                <a:solidFill>
                  <a:schemeClr val="accent2">
                    <a:lumMod val="75000"/>
                  </a:schemeClr>
                </a:solidFill>
                <a:effectLst/>
                <a:latin typeface="Consolas" panose="020B0609020204030204" pitchFamily="49" charset="0"/>
              </a:rPr>
              <a:t>   </a:t>
            </a:r>
            <a:r>
              <a:rPr lang="en-IN" b="1" dirty="0">
                <a:solidFill>
                  <a:schemeClr val="accent1"/>
                </a:solidFill>
                <a:effectLst/>
                <a:latin typeface="Consolas" panose="020B0609020204030204" pitchFamily="49" charset="0"/>
              </a:rPr>
              <a:t>FROM alpine</a:t>
            </a:r>
          </a:p>
          <a:p>
            <a:pPr marL="0" indent="0">
              <a:buNone/>
            </a:pPr>
            <a:r>
              <a:rPr lang="en-IN" b="0" dirty="0">
                <a:solidFill>
                  <a:schemeClr val="accent2">
                    <a:lumMod val="75000"/>
                  </a:schemeClr>
                </a:solidFill>
                <a:effectLst/>
                <a:latin typeface="Consolas" panose="020B0609020204030204" pitchFamily="49" charset="0"/>
              </a:rPr>
              <a:t>   #download and install dependencies</a:t>
            </a:r>
          </a:p>
          <a:p>
            <a:pPr marL="0" indent="0">
              <a:buNone/>
            </a:pPr>
            <a:r>
              <a:rPr lang="en-IN" b="0" dirty="0">
                <a:solidFill>
                  <a:schemeClr val="accent2">
                    <a:lumMod val="75000"/>
                  </a:schemeClr>
                </a:solidFill>
                <a:effectLst/>
                <a:latin typeface="Consolas" panose="020B0609020204030204" pitchFamily="49" charset="0"/>
              </a:rPr>
              <a:t>   </a:t>
            </a:r>
            <a:r>
              <a:rPr lang="en-IN" b="1" dirty="0">
                <a:solidFill>
                  <a:schemeClr val="accent1"/>
                </a:solidFill>
                <a:effectLst/>
                <a:latin typeface="Consolas" panose="020B0609020204030204" pitchFamily="49" charset="0"/>
              </a:rPr>
              <a:t>RUN </a:t>
            </a:r>
            <a:r>
              <a:rPr lang="en-IN" b="1" dirty="0" err="1">
                <a:solidFill>
                  <a:schemeClr val="accent1"/>
                </a:solidFill>
                <a:effectLst/>
                <a:latin typeface="Consolas" panose="020B0609020204030204" pitchFamily="49" charset="0"/>
              </a:rPr>
              <a:t>apk</a:t>
            </a:r>
            <a:r>
              <a:rPr lang="en-IN" b="1" dirty="0">
                <a:solidFill>
                  <a:schemeClr val="accent1"/>
                </a:solidFill>
                <a:effectLst/>
                <a:latin typeface="Consolas" panose="020B0609020204030204" pitchFamily="49" charset="0"/>
              </a:rPr>
              <a:t> add --update </a:t>
            </a:r>
            <a:r>
              <a:rPr lang="en-IN" b="1" dirty="0" err="1">
                <a:solidFill>
                  <a:schemeClr val="accent1"/>
                </a:solidFill>
                <a:effectLst/>
                <a:latin typeface="Consolas" panose="020B0609020204030204" pitchFamily="49" charset="0"/>
              </a:rPr>
              <a:t>redis</a:t>
            </a:r>
            <a:endParaRPr lang="en-IN" b="1" dirty="0">
              <a:solidFill>
                <a:schemeClr val="accent1"/>
              </a:solidFill>
              <a:effectLst/>
              <a:latin typeface="Consolas" panose="020B0609020204030204" pitchFamily="49" charset="0"/>
            </a:endParaRPr>
          </a:p>
          <a:p>
            <a:pPr marL="0" indent="0">
              <a:buNone/>
            </a:pPr>
            <a:r>
              <a:rPr lang="en-IN" b="0" dirty="0">
                <a:solidFill>
                  <a:schemeClr val="accent2">
                    <a:lumMod val="75000"/>
                  </a:schemeClr>
                </a:solidFill>
                <a:effectLst/>
                <a:latin typeface="Consolas" panose="020B0609020204030204" pitchFamily="49" charset="0"/>
              </a:rPr>
              <a:t>   #setup </a:t>
            </a:r>
            <a:r>
              <a:rPr lang="en-IN" b="0" dirty="0" err="1">
                <a:solidFill>
                  <a:schemeClr val="accent2">
                    <a:lumMod val="75000"/>
                  </a:schemeClr>
                </a:solidFill>
                <a:effectLst/>
                <a:latin typeface="Consolas" panose="020B0609020204030204" pitchFamily="49" charset="0"/>
              </a:rPr>
              <a:t>startup</a:t>
            </a:r>
            <a:r>
              <a:rPr lang="en-IN" b="0" dirty="0">
                <a:solidFill>
                  <a:schemeClr val="accent2">
                    <a:lumMod val="75000"/>
                  </a:schemeClr>
                </a:solidFill>
                <a:effectLst/>
                <a:latin typeface="Consolas" panose="020B0609020204030204" pitchFamily="49" charset="0"/>
              </a:rPr>
              <a:t> command</a:t>
            </a:r>
          </a:p>
          <a:p>
            <a:pPr marL="0" indent="0">
              <a:buNone/>
            </a:pPr>
            <a:r>
              <a:rPr lang="en-IN" b="1" dirty="0">
                <a:solidFill>
                  <a:schemeClr val="accent2">
                    <a:lumMod val="75000"/>
                  </a:schemeClr>
                </a:solidFill>
                <a:effectLst/>
                <a:latin typeface="Consolas" panose="020B0609020204030204" pitchFamily="49" charset="0"/>
              </a:rPr>
              <a:t>   </a:t>
            </a:r>
            <a:r>
              <a:rPr lang="en-IN" b="1" dirty="0">
                <a:solidFill>
                  <a:schemeClr val="accent1"/>
                </a:solidFill>
                <a:effectLst/>
                <a:latin typeface="Consolas" panose="020B0609020204030204" pitchFamily="49" charset="0"/>
              </a:rPr>
              <a:t>CMD [ "</a:t>
            </a:r>
            <a:r>
              <a:rPr lang="en-IN" b="1" dirty="0" err="1">
                <a:solidFill>
                  <a:schemeClr val="accent1"/>
                </a:solidFill>
                <a:effectLst/>
                <a:latin typeface="Consolas" panose="020B0609020204030204" pitchFamily="49" charset="0"/>
              </a:rPr>
              <a:t>redis</a:t>
            </a:r>
            <a:r>
              <a:rPr lang="en-IN" b="1" dirty="0">
                <a:solidFill>
                  <a:schemeClr val="accent1"/>
                </a:solidFill>
                <a:effectLst/>
                <a:latin typeface="Consolas" panose="020B0609020204030204" pitchFamily="49" charset="0"/>
              </a:rPr>
              <a:t>-server" </a:t>
            </a:r>
            <a:r>
              <a:rPr lang="en-IN" b="1" dirty="0" smtClean="0">
                <a:solidFill>
                  <a:schemeClr val="accent1"/>
                </a:solidFill>
                <a:effectLst/>
                <a:latin typeface="Consolas" panose="020B0609020204030204" pitchFamily="49" charset="0"/>
              </a:rPr>
              <a:t>]</a:t>
            </a:r>
          </a:p>
          <a:p>
            <a:pPr marL="0" indent="0">
              <a:buNone/>
            </a:pPr>
            <a:endParaRPr lang="en-IN" b="0" dirty="0">
              <a:solidFill>
                <a:schemeClr val="accent1"/>
              </a:solidFill>
              <a:effectLst/>
              <a:latin typeface="Consolas" panose="020B0609020204030204" pitchFamily="49" charset="0"/>
            </a:endParaRPr>
          </a:p>
          <a:p>
            <a:pPr marL="0" indent="0">
              <a:buNone/>
            </a:pPr>
            <a:r>
              <a:rPr lang="en-IN" dirty="0">
                <a:latin typeface="Consolas" panose="020B0609020204030204" pitchFamily="49" charset="0"/>
              </a:rPr>
              <a:t>b. </a:t>
            </a:r>
            <a:r>
              <a:rPr lang="en-IN" b="0" dirty="0" err="1">
                <a:effectLst/>
                <a:latin typeface="Consolas" panose="020B0609020204030204" pitchFamily="49" charset="0"/>
              </a:rPr>
              <a:t>Control+S</a:t>
            </a:r>
            <a:r>
              <a:rPr lang="en-IN" b="0" dirty="0">
                <a:effectLst/>
                <a:latin typeface="Consolas" panose="020B0609020204030204" pitchFamily="49" charset="0"/>
              </a:rPr>
              <a:t> to save</a:t>
            </a:r>
            <a:endParaRPr lang="en-US" dirty="0"/>
          </a:p>
        </p:txBody>
      </p:sp>
    </p:spTree>
    <p:extLst>
      <p:ext uri="{BB962C8B-B14F-4D97-AF65-F5344CB8AC3E}">
        <p14:creationId xmlns="" xmlns:p14="http://schemas.microsoft.com/office/powerpoint/2010/main" val="11342495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257F5D-6C78-AB0B-8273-6B89D79D5EB4}"/>
              </a:ext>
            </a:extLst>
          </p:cNvPr>
          <p:cNvSpPr>
            <a:spLocks noGrp="1"/>
          </p:cNvSpPr>
          <p:nvPr>
            <p:ph type="title"/>
          </p:nvPr>
        </p:nvSpPr>
        <p:spPr/>
        <p:txBody>
          <a:bodyPr/>
          <a:lstStyle/>
          <a:p>
            <a:r>
              <a:rPr lang="en-IN" dirty="0"/>
              <a:t>Code in Docker file</a:t>
            </a:r>
            <a:endParaRPr lang="en-US" dirty="0"/>
          </a:p>
        </p:txBody>
      </p:sp>
      <p:pic>
        <p:nvPicPr>
          <p:cNvPr id="5" name="Content Placeholder 4">
            <a:extLst>
              <a:ext uri="{FF2B5EF4-FFF2-40B4-BE49-F238E27FC236}">
                <a16:creationId xmlns="" xmlns:a16="http://schemas.microsoft.com/office/drawing/2014/main" id="{470063FF-5139-8FDA-E922-C286C41BDD3A}"/>
              </a:ext>
            </a:extLst>
          </p:cNvPr>
          <p:cNvPicPr>
            <a:picLocks noGrp="1" noChangeAspect="1"/>
          </p:cNvPicPr>
          <p:nvPr>
            <p:ph idx="1"/>
          </p:nvPr>
        </p:nvPicPr>
        <p:blipFill>
          <a:blip r:embed="rId2" cstate="print"/>
          <a:stretch>
            <a:fillRect/>
          </a:stretch>
        </p:blipFill>
        <p:spPr>
          <a:xfrm>
            <a:off x="628650" y="1556740"/>
            <a:ext cx="7886700" cy="5040700"/>
          </a:xfrm>
        </p:spPr>
      </p:pic>
    </p:spTree>
    <p:extLst>
      <p:ext uri="{BB962C8B-B14F-4D97-AF65-F5344CB8AC3E}">
        <p14:creationId xmlns="" xmlns:p14="http://schemas.microsoft.com/office/powerpoint/2010/main" val="340014609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CCD85E0-9688-D96F-1721-7BDBD110C65D}"/>
              </a:ext>
            </a:extLst>
          </p:cNvPr>
          <p:cNvSpPr>
            <a:spLocks noGrp="1"/>
          </p:cNvSpPr>
          <p:nvPr>
            <p:ph type="title"/>
          </p:nvPr>
        </p:nvSpPr>
        <p:spPr/>
        <p:txBody>
          <a:bodyPr>
            <a:normAutofit/>
          </a:bodyPr>
          <a:lstStyle/>
          <a:p>
            <a:r>
              <a:rPr lang="en-IN" dirty="0"/>
              <a:t>Step 3: Build </a:t>
            </a:r>
            <a:r>
              <a:rPr lang="en-IN" dirty="0" err="1"/>
              <a:t>Dockerfile</a:t>
            </a:r>
            <a:r>
              <a:rPr lang="en-IN" dirty="0"/>
              <a:t> to create image</a:t>
            </a:r>
            <a:endParaRPr lang="en-US" dirty="0"/>
          </a:p>
        </p:txBody>
      </p:sp>
      <p:sp>
        <p:nvSpPr>
          <p:cNvPr id="3" name="Content Placeholder 2">
            <a:extLst>
              <a:ext uri="{FF2B5EF4-FFF2-40B4-BE49-F238E27FC236}">
                <a16:creationId xmlns="" xmlns:a16="http://schemas.microsoft.com/office/drawing/2014/main" id="{E3DF2B1A-966B-22F5-CF77-500C6BE80602}"/>
              </a:ext>
            </a:extLst>
          </p:cNvPr>
          <p:cNvSpPr>
            <a:spLocks noGrp="1"/>
          </p:cNvSpPr>
          <p:nvPr>
            <p:ph idx="1"/>
          </p:nvPr>
        </p:nvSpPr>
        <p:spPr/>
        <p:txBody>
          <a:bodyPr>
            <a:normAutofit/>
          </a:bodyPr>
          <a:lstStyle/>
          <a:p>
            <a:pPr marL="0" indent="0">
              <a:buNone/>
            </a:pPr>
            <a:r>
              <a:rPr lang="en-IN" dirty="0"/>
              <a:t>Open terminal in Visual Studio Code and type</a:t>
            </a:r>
          </a:p>
          <a:p>
            <a:pPr marL="0" indent="0">
              <a:buNone/>
            </a:pPr>
            <a:endParaRPr lang="en-IN" dirty="0"/>
          </a:p>
          <a:p>
            <a:pPr marL="0" indent="0">
              <a:buNone/>
            </a:pPr>
            <a:r>
              <a:rPr lang="en-IN" sz="2800" dirty="0" err="1" smtClean="0">
                <a:solidFill>
                  <a:srgbClr val="FF0000"/>
                </a:solidFill>
              </a:rPr>
              <a:t>docker</a:t>
            </a:r>
            <a:r>
              <a:rPr lang="en-IN" sz="2800" dirty="0" smtClean="0">
                <a:solidFill>
                  <a:srgbClr val="FF0000"/>
                </a:solidFill>
              </a:rPr>
              <a:t> </a:t>
            </a:r>
            <a:r>
              <a:rPr lang="en-IN" sz="2800" dirty="0">
                <a:solidFill>
                  <a:srgbClr val="FF0000"/>
                </a:solidFill>
              </a:rPr>
              <a:t>build -t yog2ndimage:02 </a:t>
            </a:r>
            <a:r>
              <a:rPr lang="en-IN" sz="2800" dirty="0" smtClean="0">
                <a:solidFill>
                  <a:srgbClr val="FF0000"/>
                </a:solidFill>
              </a:rPr>
              <a:t> </a:t>
            </a:r>
            <a:r>
              <a:rPr lang="en-IN" sz="2800" b="1" dirty="0" smtClean="0">
                <a:solidFill>
                  <a:srgbClr val="FF0000"/>
                </a:solidFill>
              </a:rPr>
              <a:t>.</a:t>
            </a:r>
            <a:endParaRPr lang="en-IN" sz="2800" b="1" dirty="0">
              <a:solidFill>
                <a:srgbClr val="FF0000"/>
              </a:solidFill>
            </a:endParaRPr>
          </a:p>
          <a:p>
            <a:pPr marL="0" indent="0">
              <a:buNone/>
            </a:pPr>
            <a:endParaRPr lang="en-US" dirty="0"/>
          </a:p>
          <a:p>
            <a:pPr marL="0" indent="0">
              <a:buNone/>
            </a:pPr>
            <a:r>
              <a:rPr lang="en-US" dirty="0"/>
              <a:t>-t helps to tag name </a:t>
            </a:r>
            <a:r>
              <a:rPr lang="en-IN" dirty="0">
                <a:solidFill>
                  <a:srgbClr val="0070C0"/>
                </a:solidFill>
              </a:rPr>
              <a:t>yog2ndimage:02</a:t>
            </a:r>
          </a:p>
          <a:p>
            <a:pPr marL="0" indent="0">
              <a:buNone/>
            </a:pPr>
            <a:r>
              <a:rPr lang="en-US" dirty="0"/>
              <a:t> </a:t>
            </a:r>
            <a:r>
              <a:rPr lang="en-IN" dirty="0">
                <a:solidFill>
                  <a:srgbClr val="0070C0"/>
                </a:solidFill>
              </a:rPr>
              <a:t>yog2ndimage </a:t>
            </a:r>
            <a:r>
              <a:rPr lang="en-IN" dirty="0"/>
              <a:t>means give as username</a:t>
            </a:r>
            <a:r>
              <a:rPr lang="en-US" dirty="0"/>
              <a:t> </a:t>
            </a:r>
          </a:p>
          <a:p>
            <a:pPr marL="0" indent="0">
              <a:buNone/>
            </a:pPr>
            <a:r>
              <a:rPr lang="en-IN" dirty="0">
                <a:solidFill>
                  <a:srgbClr val="0070C0"/>
                </a:solidFill>
              </a:rPr>
              <a:t>02</a:t>
            </a:r>
            <a:r>
              <a:rPr lang="en-US" dirty="0">
                <a:solidFill>
                  <a:srgbClr val="0070C0"/>
                </a:solidFill>
              </a:rPr>
              <a:t> </a:t>
            </a:r>
            <a:r>
              <a:rPr lang="en-IN" dirty="0"/>
              <a:t>means give as version of your image</a:t>
            </a:r>
          </a:p>
          <a:p>
            <a:pPr marL="0" indent="0">
              <a:buNone/>
            </a:pPr>
            <a:endParaRPr lang="en-IN" dirty="0"/>
          </a:p>
        </p:txBody>
      </p:sp>
      <mc:AlternateContent xmlns:mc="http://schemas.openxmlformats.org/markup-compatibility/2006">
        <mc:Choice xmlns="" xmlns:p14="http://schemas.microsoft.com/office/powerpoint/2010/main" Requires="p14">
          <p:contentPart p14:bwMode="auto" r:id="rId2">
            <p14:nvContentPartPr>
              <p14:cNvPr id="5" name="Ink 4">
                <a:extLst>
                  <a:ext uri="{FF2B5EF4-FFF2-40B4-BE49-F238E27FC236}">
                    <a16:creationId xmlns:a16="http://schemas.microsoft.com/office/drawing/2014/main" id="{5DAE630B-3B1E-DBAB-1381-176E98FC2541}"/>
                  </a:ext>
                </a:extLst>
              </p14:cNvPr>
              <p14:cNvContentPartPr/>
              <p14:nvPr/>
            </p14:nvContentPartPr>
            <p14:xfrm>
              <a:off x="950186" y="5343188"/>
              <a:ext cx="270" cy="270"/>
            </p14:xfrm>
          </p:contentPart>
        </mc:Choice>
        <mc:Fallback>
          <p:pic>
            <p:nvPicPr>
              <p:cNvPr id="5" name="Ink 4">
                <a:extLst>
                  <a:ext uri="{FF2B5EF4-FFF2-40B4-BE49-F238E27FC236}">
                    <a16:creationId xmlns:p14="http://schemas.microsoft.com/office/powerpoint/2010/main" xmlns="" xmlns:a16="http://schemas.microsoft.com/office/drawing/2014/main" id="{5DAE630B-3B1E-DBAB-1381-176E98FC2541}"/>
                  </a:ext>
                </a:extLst>
              </p:cNvPr>
              <p:cNvPicPr/>
              <p:nvPr/>
            </p:nvPicPr>
            <p:blipFill>
              <a:blip r:embed="rId3" cstate="print"/>
              <a:stretch>
                <a:fillRect/>
              </a:stretch>
            </p:blipFill>
            <p:spPr>
              <a:xfrm>
                <a:off x="909686" y="5262188"/>
                <a:ext cx="81000" cy="162000"/>
              </a:xfrm>
              <a:prstGeom prst="rect">
                <a:avLst/>
              </a:prstGeom>
            </p:spPr>
          </p:pic>
        </mc:Fallback>
      </mc:AlternateContent>
      <p:grpSp>
        <p:nvGrpSpPr>
          <p:cNvPr id="8" name="Group 7">
            <a:extLst>
              <a:ext uri="{FF2B5EF4-FFF2-40B4-BE49-F238E27FC236}">
                <a16:creationId xmlns="" xmlns:a16="http://schemas.microsoft.com/office/drawing/2014/main" id="{0D970B77-E7F1-A779-19DE-D8663A5F994A}"/>
              </a:ext>
            </a:extLst>
          </p:cNvPr>
          <p:cNvGrpSpPr/>
          <p:nvPr/>
        </p:nvGrpSpPr>
        <p:grpSpPr>
          <a:xfrm>
            <a:off x="1414316" y="5036198"/>
            <a:ext cx="270" cy="270"/>
            <a:chOff x="1885755" y="5571930"/>
            <a:chExt cx="360" cy="360"/>
          </a:xfrm>
        </p:grpSpPr>
        <mc:AlternateContent xmlns:mc="http://schemas.openxmlformats.org/markup-compatibility/2006">
          <mc:Choice xmlns="" xmlns:p14="http://schemas.microsoft.com/office/powerpoint/2010/main" Requires="p14">
            <p:contentPart p14:bwMode="auto" r:id="rId4">
              <p14:nvContentPartPr>
                <p14:cNvPr id="6" name="Ink 5">
                  <a:extLst>
                    <a:ext uri="{FF2B5EF4-FFF2-40B4-BE49-F238E27FC236}">
                      <a16:creationId xmlns:a16="http://schemas.microsoft.com/office/drawing/2014/main" id="{7A854C31-1315-476F-8493-4724C9BAEC87}"/>
                    </a:ext>
                  </a:extLst>
                </p14:cNvPr>
                <p14:cNvContentPartPr/>
                <p14:nvPr/>
              </p14:nvContentPartPr>
              <p14:xfrm>
                <a:off x="1885755" y="5571930"/>
                <a:ext cx="360" cy="360"/>
              </p14:xfrm>
            </p:contentPart>
          </mc:Choice>
          <mc:Fallback>
            <p:pic>
              <p:nvPicPr>
                <p:cNvPr id="6" name="Ink 5">
                  <a:extLst>
                    <a:ext uri="{FF2B5EF4-FFF2-40B4-BE49-F238E27FC236}">
                      <a16:creationId xmlns:p14="http://schemas.microsoft.com/office/powerpoint/2010/main" xmlns="" xmlns:a16="http://schemas.microsoft.com/office/drawing/2014/main" id="{7A854C31-1315-476F-8493-4724C9BAEC87}"/>
                    </a:ext>
                  </a:extLst>
                </p:cNvPr>
                <p:cNvPicPr/>
                <p:nvPr/>
              </p:nvPicPr>
              <p:blipFill>
                <a:blip r:embed="rId5" cstate="print"/>
                <a:stretch>
                  <a:fillRect/>
                </a:stretch>
              </p:blipFill>
              <p:spPr>
                <a:xfrm>
                  <a:off x="1876755" y="556293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6">
              <p14:nvContentPartPr>
                <p14:cNvPr id="7" name="Ink 6">
                  <a:extLst>
                    <a:ext uri="{FF2B5EF4-FFF2-40B4-BE49-F238E27FC236}">
                      <a16:creationId xmlns:a16="http://schemas.microsoft.com/office/drawing/2014/main" id="{941B0207-D558-0036-6886-1DAFD74B35A9}"/>
                    </a:ext>
                  </a:extLst>
                </p14:cNvPr>
                <p14:cNvContentPartPr/>
                <p14:nvPr/>
              </p14:nvContentPartPr>
              <p14:xfrm>
                <a:off x="1885755" y="5571930"/>
                <a:ext cx="360" cy="360"/>
              </p14:xfrm>
            </p:contentPart>
          </mc:Choice>
          <mc:Fallback>
            <p:pic>
              <p:nvPicPr>
                <p:cNvPr id="7" name="Ink 6">
                  <a:extLst>
                    <a:ext uri="{FF2B5EF4-FFF2-40B4-BE49-F238E27FC236}">
                      <a16:creationId xmlns:p14="http://schemas.microsoft.com/office/powerpoint/2010/main" xmlns="" xmlns:a16="http://schemas.microsoft.com/office/drawing/2014/main" id="{941B0207-D558-0036-6886-1DAFD74B35A9}"/>
                    </a:ext>
                  </a:extLst>
                </p:cNvPr>
                <p:cNvPicPr/>
                <p:nvPr/>
              </p:nvPicPr>
              <p:blipFill>
                <a:blip r:embed="rId5" cstate="print"/>
                <a:stretch>
                  <a:fillRect/>
                </a:stretch>
              </p:blipFill>
              <p:spPr>
                <a:xfrm>
                  <a:off x="1876755" y="5562930"/>
                  <a:ext cx="18000" cy="18000"/>
                </a:xfrm>
                <a:prstGeom prst="rect">
                  <a:avLst/>
                </a:prstGeom>
              </p:spPr>
            </p:pic>
          </mc:Fallback>
        </mc:AlternateContent>
      </p:grpSp>
    </p:spTree>
    <p:extLst>
      <p:ext uri="{BB962C8B-B14F-4D97-AF65-F5344CB8AC3E}">
        <p14:creationId xmlns="" xmlns:p14="http://schemas.microsoft.com/office/powerpoint/2010/main" val="120150527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4869E8C-7DF9-DD72-01C2-AC5F9B91FA64}"/>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FDEC79E7-44BF-4504-6D7B-FDA747FEC6DE}"/>
              </a:ext>
            </a:extLst>
          </p:cNvPr>
          <p:cNvSpPr>
            <a:spLocks noGrp="1"/>
          </p:cNvSpPr>
          <p:nvPr>
            <p:ph idx="1"/>
          </p:nvPr>
        </p:nvSpPr>
        <p:spPr/>
        <p:txBody>
          <a:bodyPr/>
          <a:lstStyle/>
          <a:p>
            <a:endParaRPr lang="en-US"/>
          </a:p>
        </p:txBody>
      </p:sp>
      <p:pic>
        <p:nvPicPr>
          <p:cNvPr id="5" name="Picture 4">
            <a:extLst>
              <a:ext uri="{FF2B5EF4-FFF2-40B4-BE49-F238E27FC236}">
                <a16:creationId xmlns="" xmlns:a16="http://schemas.microsoft.com/office/drawing/2014/main" id="{C0DC816C-998C-EAD7-9B4E-BE8A85DF9B35}"/>
              </a:ext>
            </a:extLst>
          </p:cNvPr>
          <p:cNvPicPr>
            <a:picLocks noChangeAspect="1"/>
          </p:cNvPicPr>
          <p:nvPr/>
        </p:nvPicPr>
        <p:blipFill>
          <a:blip r:embed="rId2" cstate="print"/>
          <a:stretch>
            <a:fillRect/>
          </a:stretch>
        </p:blipFill>
        <p:spPr>
          <a:xfrm>
            <a:off x="179390" y="290986"/>
            <a:ext cx="9061622" cy="6567014"/>
          </a:xfrm>
          <a:prstGeom prst="rect">
            <a:avLst/>
          </a:prstGeom>
        </p:spPr>
      </p:pic>
      <mc:AlternateContent xmlns:mc="http://schemas.openxmlformats.org/markup-compatibility/2006">
        <mc:Choice xmlns="" xmlns:p14="http://schemas.microsoft.com/office/powerpoint/2010/main" Requires="p14">
          <p:contentPart p14:bwMode="auto" r:id="rId17">
            <p14:nvContentPartPr>
              <p14:cNvPr id="9" name="Ink 8">
                <a:extLst>
                  <a:ext uri="{FF2B5EF4-FFF2-40B4-BE49-F238E27FC236}">
                    <a16:creationId xmlns:a16="http://schemas.microsoft.com/office/drawing/2014/main" id="{511DBE0F-A552-8025-8900-4C283F403C15}"/>
                  </a:ext>
                </a:extLst>
              </p14:cNvPr>
              <p14:cNvContentPartPr/>
              <p14:nvPr/>
            </p14:nvContentPartPr>
            <p14:xfrm>
              <a:off x="1497400" y="1381360"/>
              <a:ext cx="839520" cy="2814840"/>
            </p14:xfrm>
          </p:contentPart>
        </mc:Choice>
        <mc:Fallback>
          <p:pic>
            <p:nvPicPr>
              <p:cNvPr id="9" name="Ink 8">
                <a:extLst>
                  <a:ext uri="{FF2B5EF4-FFF2-40B4-BE49-F238E27FC236}">
                    <a16:creationId xmlns:p14="http://schemas.microsoft.com/office/powerpoint/2010/main" xmlns="" xmlns:a16="http://schemas.microsoft.com/office/drawing/2014/main" id="{511DBE0F-A552-8025-8900-4C283F403C15}"/>
                  </a:ext>
                </a:extLst>
              </p:cNvPr>
              <p:cNvPicPr/>
              <p:nvPr/>
            </p:nvPicPr>
            <p:blipFill>
              <a:blip r:embed="rId18" cstate="print"/>
              <a:stretch>
                <a:fillRect/>
              </a:stretch>
            </p:blipFill>
            <p:spPr>
              <a:xfrm>
                <a:off x="1488400" y="1372360"/>
                <a:ext cx="857160" cy="283248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9">
            <p14:nvContentPartPr>
              <p14:cNvPr id="10" name="Ink 9">
                <a:extLst>
                  <a:ext uri="{FF2B5EF4-FFF2-40B4-BE49-F238E27FC236}">
                    <a16:creationId xmlns:a16="http://schemas.microsoft.com/office/drawing/2014/main" id="{DD311473-A2C1-E7F8-4B78-692B8354D94E}"/>
                  </a:ext>
                </a:extLst>
              </p14:cNvPr>
              <p14:cNvContentPartPr/>
              <p14:nvPr/>
            </p14:nvContentPartPr>
            <p14:xfrm>
              <a:off x="3941800" y="1796800"/>
              <a:ext cx="753840" cy="2765880"/>
            </p14:xfrm>
          </p:contentPart>
        </mc:Choice>
        <mc:Fallback>
          <p:pic>
            <p:nvPicPr>
              <p:cNvPr id="10" name="Ink 9">
                <a:extLst>
                  <a:ext uri="{FF2B5EF4-FFF2-40B4-BE49-F238E27FC236}">
                    <a16:creationId xmlns:p14="http://schemas.microsoft.com/office/powerpoint/2010/main" xmlns="" xmlns:a16="http://schemas.microsoft.com/office/drawing/2014/main" id="{DD311473-A2C1-E7F8-4B78-692B8354D94E}"/>
                  </a:ext>
                </a:extLst>
              </p:cNvPr>
              <p:cNvPicPr/>
              <p:nvPr/>
            </p:nvPicPr>
            <p:blipFill>
              <a:blip r:embed="rId20" cstate="print"/>
              <a:stretch>
                <a:fillRect/>
              </a:stretch>
            </p:blipFill>
            <p:spPr>
              <a:xfrm>
                <a:off x="3933160" y="1787800"/>
                <a:ext cx="771480" cy="2783520"/>
              </a:xfrm>
              <a:prstGeom prst="rect">
                <a:avLst/>
              </a:prstGeom>
            </p:spPr>
          </p:pic>
        </mc:Fallback>
      </mc:AlternateContent>
      <mc:AlternateContent xmlns:mc="http://schemas.openxmlformats.org/markup-compatibility/2006">
        <mc:Choice xmlns="" xmlns:p14="http://schemas.microsoft.com/office/powerpoint/2010/main" Requires="p14">
          <p:contentPart p14:bwMode="auto" r:id="rId21">
            <p14:nvContentPartPr>
              <p14:cNvPr id="21" name="Ink 20">
                <a:extLst>
                  <a:ext uri="{FF2B5EF4-FFF2-40B4-BE49-F238E27FC236}">
                    <a16:creationId xmlns:a16="http://schemas.microsoft.com/office/drawing/2014/main" id="{D45FC338-C49A-63C3-7966-6F8D3C6A93A8}"/>
                  </a:ext>
                </a:extLst>
              </p14:cNvPr>
              <p14:cNvContentPartPr/>
              <p14:nvPr/>
            </p14:nvContentPartPr>
            <p14:xfrm>
              <a:off x="1228120" y="2153560"/>
              <a:ext cx="1139400" cy="2716560"/>
            </p14:xfrm>
          </p:contentPart>
        </mc:Choice>
        <mc:Fallback>
          <p:pic>
            <p:nvPicPr>
              <p:cNvPr id="21" name="Ink 20">
                <a:extLst>
                  <a:ext uri="{FF2B5EF4-FFF2-40B4-BE49-F238E27FC236}">
                    <a16:creationId xmlns:p14="http://schemas.microsoft.com/office/powerpoint/2010/main" xmlns="" xmlns:a16="http://schemas.microsoft.com/office/drawing/2014/main" id="{D45FC338-C49A-63C3-7966-6F8D3C6A93A8}"/>
                  </a:ext>
                </a:extLst>
              </p:cNvPr>
              <p:cNvPicPr/>
              <p:nvPr/>
            </p:nvPicPr>
            <p:blipFill>
              <a:blip r:embed="rId22" cstate="print"/>
              <a:stretch>
                <a:fillRect/>
              </a:stretch>
            </p:blipFill>
            <p:spPr>
              <a:xfrm>
                <a:off x="1219480" y="2144920"/>
                <a:ext cx="1157040" cy="2734200"/>
              </a:xfrm>
              <a:prstGeom prst="rect">
                <a:avLst/>
              </a:prstGeom>
            </p:spPr>
          </p:pic>
        </mc:Fallback>
      </mc:AlternateContent>
    </p:spTree>
    <p:extLst>
      <p:ext uri="{BB962C8B-B14F-4D97-AF65-F5344CB8AC3E}">
        <p14:creationId xmlns="" xmlns:p14="http://schemas.microsoft.com/office/powerpoint/2010/main" val="149329709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9B761EA-FD66-1DB9-920F-F47799A52302}"/>
              </a:ext>
            </a:extLst>
          </p:cNvPr>
          <p:cNvSpPr>
            <a:spLocks noGrp="1"/>
          </p:cNvSpPr>
          <p:nvPr>
            <p:ph type="title"/>
          </p:nvPr>
        </p:nvSpPr>
        <p:spPr>
          <a:xfrm>
            <a:off x="78581" y="1045370"/>
            <a:ext cx="8872538" cy="533400"/>
          </a:xfrm>
        </p:spPr>
        <p:txBody>
          <a:bodyPr>
            <a:normAutofit fontScale="90000"/>
          </a:bodyPr>
          <a:lstStyle/>
          <a:p>
            <a:r>
              <a:rPr lang="en-IN" dirty="0"/>
              <a:t>Continued… if prompt not appear close and open again</a:t>
            </a:r>
            <a:endParaRPr lang="en-US" dirty="0"/>
          </a:p>
        </p:txBody>
      </p:sp>
      <p:pic>
        <p:nvPicPr>
          <p:cNvPr id="5" name="Content Placeholder 4">
            <a:extLst>
              <a:ext uri="{FF2B5EF4-FFF2-40B4-BE49-F238E27FC236}">
                <a16:creationId xmlns="" xmlns:a16="http://schemas.microsoft.com/office/drawing/2014/main" id="{10736641-B315-CE2C-3756-93EF8358D6B6}"/>
              </a:ext>
            </a:extLst>
          </p:cNvPr>
          <p:cNvPicPr>
            <a:picLocks noGrp="1" noChangeAspect="1"/>
          </p:cNvPicPr>
          <p:nvPr>
            <p:ph idx="1"/>
          </p:nvPr>
        </p:nvPicPr>
        <p:blipFill>
          <a:blip r:embed="rId2" cstate="print"/>
          <a:stretch>
            <a:fillRect/>
          </a:stretch>
        </p:blipFill>
        <p:spPr>
          <a:xfrm>
            <a:off x="323410" y="1700760"/>
            <a:ext cx="8353160" cy="4896680"/>
          </a:xfrm>
        </p:spPr>
      </p:pic>
    </p:spTree>
    <p:extLst>
      <p:ext uri="{BB962C8B-B14F-4D97-AF65-F5344CB8AC3E}">
        <p14:creationId xmlns="" xmlns:p14="http://schemas.microsoft.com/office/powerpoint/2010/main" val="81949319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9B761EA-FD66-1DB9-920F-F47799A52302}"/>
              </a:ext>
            </a:extLst>
          </p:cNvPr>
          <p:cNvSpPr>
            <a:spLocks noGrp="1"/>
          </p:cNvSpPr>
          <p:nvPr>
            <p:ph type="title"/>
          </p:nvPr>
        </p:nvSpPr>
        <p:spPr>
          <a:xfrm>
            <a:off x="78581" y="1045370"/>
            <a:ext cx="8872538" cy="533400"/>
          </a:xfrm>
        </p:spPr>
        <p:txBody>
          <a:bodyPr>
            <a:normAutofit fontScale="90000"/>
          </a:bodyPr>
          <a:lstStyle/>
          <a:p>
            <a:r>
              <a:rPr lang="en-IN" dirty="0"/>
              <a:t>Continued…</a:t>
            </a:r>
            <a:endParaRPr lang="en-US" dirty="0"/>
          </a:p>
        </p:txBody>
      </p:sp>
      <p:pic>
        <p:nvPicPr>
          <p:cNvPr id="7" name="Picture 6">
            <a:extLst>
              <a:ext uri="{FF2B5EF4-FFF2-40B4-BE49-F238E27FC236}">
                <a16:creationId xmlns="" xmlns:a16="http://schemas.microsoft.com/office/drawing/2014/main" id="{78145C05-9013-2C96-0B58-D153E5DCC5F9}"/>
              </a:ext>
            </a:extLst>
          </p:cNvPr>
          <p:cNvPicPr>
            <a:picLocks noChangeAspect="1"/>
          </p:cNvPicPr>
          <p:nvPr/>
        </p:nvPicPr>
        <p:blipFill>
          <a:blip r:embed="rId2" cstate="print"/>
          <a:stretch>
            <a:fillRect/>
          </a:stretch>
        </p:blipFill>
        <p:spPr>
          <a:xfrm>
            <a:off x="179389" y="1639210"/>
            <a:ext cx="8641201" cy="4814209"/>
          </a:xfrm>
          <a:prstGeom prst="rect">
            <a:avLst/>
          </a:prstGeom>
        </p:spPr>
      </p:pic>
    </p:spTree>
    <p:extLst>
      <p:ext uri="{BB962C8B-B14F-4D97-AF65-F5344CB8AC3E}">
        <p14:creationId xmlns="" xmlns:p14="http://schemas.microsoft.com/office/powerpoint/2010/main" val="261216251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1C6DCF-DFED-478F-A51E-330766E50506}"/>
              </a:ext>
            </a:extLst>
          </p:cNvPr>
          <p:cNvSpPr>
            <a:spLocks noGrp="1"/>
          </p:cNvSpPr>
          <p:nvPr>
            <p:ph type="title"/>
          </p:nvPr>
        </p:nvSpPr>
        <p:spPr>
          <a:xfrm>
            <a:off x="628650" y="285728"/>
            <a:ext cx="7886700" cy="1404961"/>
          </a:xfrm>
        </p:spPr>
        <p:txBody>
          <a:bodyPr>
            <a:normAutofit/>
          </a:bodyPr>
          <a:lstStyle/>
          <a:p>
            <a:r>
              <a:rPr lang="en-IN" dirty="0" smtClean="0">
                <a:solidFill>
                  <a:srgbClr val="FF0000"/>
                </a:solidFill>
              </a:rPr>
              <a:t>$</a:t>
            </a:r>
            <a:r>
              <a:rPr lang="en-IN" dirty="0" err="1" smtClean="0">
                <a:solidFill>
                  <a:srgbClr val="FF0000"/>
                </a:solidFill>
              </a:rPr>
              <a:t>docker</a:t>
            </a:r>
            <a:r>
              <a:rPr lang="en-IN" dirty="0" smtClean="0">
                <a:solidFill>
                  <a:srgbClr val="FF0000"/>
                </a:solidFill>
              </a:rPr>
              <a:t> images</a:t>
            </a:r>
            <a:r>
              <a:rPr lang="en-IN" dirty="0" smtClean="0"/>
              <a:t/>
            </a:r>
            <a:br>
              <a:rPr lang="en-IN" dirty="0" smtClean="0"/>
            </a:br>
            <a:r>
              <a:rPr lang="en-IN" dirty="0" smtClean="0"/>
              <a:t>Here </a:t>
            </a:r>
            <a:r>
              <a:rPr lang="en-IN" b="1" dirty="0"/>
              <a:t>image with yog2ndimage created</a:t>
            </a:r>
            <a:endParaRPr lang="en-US" b="1" dirty="0"/>
          </a:p>
        </p:txBody>
      </p:sp>
      <p:pic>
        <p:nvPicPr>
          <p:cNvPr id="5" name="Content Placeholder 4">
            <a:extLst>
              <a:ext uri="{FF2B5EF4-FFF2-40B4-BE49-F238E27FC236}">
                <a16:creationId xmlns="" xmlns:a16="http://schemas.microsoft.com/office/drawing/2014/main" id="{4F0818E2-B767-F5DD-4C88-51FD64DF5AB7}"/>
              </a:ext>
            </a:extLst>
          </p:cNvPr>
          <p:cNvPicPr>
            <a:picLocks noGrp="1" noChangeAspect="1"/>
          </p:cNvPicPr>
          <p:nvPr>
            <p:ph idx="1"/>
          </p:nvPr>
        </p:nvPicPr>
        <p:blipFill>
          <a:blip r:embed="rId2" cstate="print"/>
          <a:stretch>
            <a:fillRect/>
          </a:stretch>
        </p:blipFill>
        <p:spPr>
          <a:xfrm>
            <a:off x="628650" y="1772770"/>
            <a:ext cx="7886700" cy="4896680"/>
          </a:xfrm>
        </p:spPr>
      </p:pic>
      <mc:AlternateContent xmlns:mc="http://schemas.openxmlformats.org/markup-compatibility/2006">
        <mc:Choice xmlns="" xmlns:p14="http://schemas.microsoft.com/office/powerpoint/2010/main" Requires="p14">
          <p:contentPart p14:bwMode="auto" r:id="rId3">
            <p14:nvContentPartPr>
              <p14:cNvPr id="10" name="Ink 9">
                <a:extLst>
                  <a:ext uri="{FF2B5EF4-FFF2-40B4-BE49-F238E27FC236}">
                    <a16:creationId xmlns:a16="http://schemas.microsoft.com/office/drawing/2014/main" id="{4A750381-1B92-4415-9AD2-644705827144}"/>
                  </a:ext>
                </a:extLst>
              </p14:cNvPr>
              <p14:cNvContentPartPr/>
              <p14:nvPr/>
            </p14:nvContentPartPr>
            <p14:xfrm>
              <a:off x="781000" y="3107560"/>
              <a:ext cx="2049840" cy="480240"/>
            </p14:xfrm>
          </p:contentPart>
        </mc:Choice>
        <mc:Fallback>
          <p:pic>
            <p:nvPicPr>
              <p:cNvPr id="10" name="Ink 9">
                <a:extLst>
                  <a:ext uri="{FF2B5EF4-FFF2-40B4-BE49-F238E27FC236}">
                    <a16:creationId xmlns:p14="http://schemas.microsoft.com/office/powerpoint/2010/main" xmlns="" xmlns:a16="http://schemas.microsoft.com/office/drawing/2014/main" id="{4A750381-1B92-4415-9AD2-644705827144}"/>
                  </a:ext>
                </a:extLst>
              </p:cNvPr>
              <p:cNvPicPr/>
              <p:nvPr/>
            </p:nvPicPr>
            <p:blipFill>
              <a:blip r:embed="rId4" cstate="print"/>
              <a:stretch>
                <a:fillRect/>
              </a:stretch>
            </p:blipFill>
            <p:spPr>
              <a:xfrm>
                <a:off x="772000" y="3098560"/>
                <a:ext cx="2067480" cy="497880"/>
              </a:xfrm>
              <a:prstGeom prst="rect">
                <a:avLst/>
              </a:prstGeom>
            </p:spPr>
          </p:pic>
        </mc:Fallback>
      </mc:AlternateContent>
      <mc:AlternateContent xmlns:mc="http://schemas.openxmlformats.org/markup-compatibility/2006">
        <mc:Choice xmlns="" xmlns:p14="http://schemas.microsoft.com/office/powerpoint/2010/main" Requires="p14">
          <p:contentPart p14:bwMode="auto" r:id="rId5">
            <p14:nvContentPartPr>
              <p14:cNvPr id="17" name="Ink 16">
                <a:extLst>
                  <a:ext uri="{FF2B5EF4-FFF2-40B4-BE49-F238E27FC236}">
                    <a16:creationId xmlns:a16="http://schemas.microsoft.com/office/drawing/2014/main" id="{DDE53E23-1F1C-ED15-0883-DE261E3BB083}"/>
                  </a:ext>
                </a:extLst>
              </p14:cNvPr>
              <p14:cNvContentPartPr/>
              <p14:nvPr/>
            </p14:nvContentPartPr>
            <p14:xfrm>
              <a:off x="2895280" y="2830720"/>
              <a:ext cx="480960" cy="408960"/>
            </p14:xfrm>
          </p:contentPart>
        </mc:Choice>
        <mc:Fallback>
          <p:pic>
            <p:nvPicPr>
              <p:cNvPr id="17" name="Ink 16">
                <a:extLst>
                  <a:ext uri="{FF2B5EF4-FFF2-40B4-BE49-F238E27FC236}">
                    <a16:creationId xmlns:p14="http://schemas.microsoft.com/office/powerpoint/2010/main" xmlns="" xmlns:a16="http://schemas.microsoft.com/office/drawing/2014/main" id="{DDE53E23-1F1C-ED15-0883-DE261E3BB083}"/>
                  </a:ext>
                </a:extLst>
              </p:cNvPr>
              <p:cNvPicPr/>
              <p:nvPr/>
            </p:nvPicPr>
            <p:blipFill>
              <a:blip r:embed="rId6" cstate="print"/>
              <a:stretch>
                <a:fillRect/>
              </a:stretch>
            </p:blipFill>
            <p:spPr>
              <a:xfrm>
                <a:off x="2886640" y="2821720"/>
                <a:ext cx="498600" cy="4266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7">
            <p14:nvContentPartPr>
              <p14:cNvPr id="18" name="Ink 17">
                <a:extLst>
                  <a:ext uri="{FF2B5EF4-FFF2-40B4-BE49-F238E27FC236}">
                    <a16:creationId xmlns:a16="http://schemas.microsoft.com/office/drawing/2014/main" id="{20F172CA-5FC1-A189-17B3-5FBCBDCFFE07}"/>
                  </a:ext>
                </a:extLst>
              </p14:cNvPr>
              <p14:cNvContentPartPr/>
              <p14:nvPr/>
            </p14:nvContentPartPr>
            <p14:xfrm>
              <a:off x="1228840" y="812200"/>
              <a:ext cx="360" cy="360"/>
            </p14:xfrm>
          </p:contentPart>
        </mc:Choice>
        <mc:Fallback>
          <p:pic>
            <p:nvPicPr>
              <p:cNvPr id="18" name="Ink 17">
                <a:extLst>
                  <a:ext uri="{FF2B5EF4-FFF2-40B4-BE49-F238E27FC236}">
                    <a16:creationId xmlns:p14="http://schemas.microsoft.com/office/powerpoint/2010/main" xmlns="" xmlns:a16="http://schemas.microsoft.com/office/drawing/2014/main" id="{20F172CA-5FC1-A189-17B3-5FBCBDCFFE07}"/>
                  </a:ext>
                </a:extLst>
              </p:cNvPr>
              <p:cNvPicPr/>
              <p:nvPr/>
            </p:nvPicPr>
            <p:blipFill>
              <a:blip r:embed="rId8" cstate="print"/>
              <a:stretch>
                <a:fillRect/>
              </a:stretch>
            </p:blipFill>
            <p:spPr>
              <a:xfrm>
                <a:off x="1220200" y="803200"/>
                <a:ext cx="18000" cy="18000"/>
              </a:xfrm>
              <a:prstGeom prst="rect">
                <a:avLst/>
              </a:prstGeom>
            </p:spPr>
          </p:pic>
        </mc:Fallback>
      </mc:AlternateContent>
      <p:cxnSp>
        <p:nvCxnSpPr>
          <p:cNvPr id="8" name="Straight Arrow Connector 7"/>
          <p:cNvCxnSpPr/>
          <p:nvPr/>
        </p:nvCxnSpPr>
        <p:spPr>
          <a:xfrm rot="16200000" flipH="1">
            <a:off x="1535885" y="2107397"/>
            <a:ext cx="1643074" cy="28575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97024676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1B05A4-1538-27B4-B1EB-C9098646142C}"/>
              </a:ext>
            </a:extLst>
          </p:cNvPr>
          <p:cNvSpPr>
            <a:spLocks noGrp="1"/>
          </p:cNvSpPr>
          <p:nvPr>
            <p:ph type="title"/>
          </p:nvPr>
        </p:nvSpPr>
        <p:spPr>
          <a:xfrm>
            <a:off x="107156" y="357166"/>
            <a:ext cx="8822562" cy="1593077"/>
          </a:xfrm>
        </p:spPr>
        <p:txBody>
          <a:bodyPr>
            <a:normAutofit/>
          </a:bodyPr>
          <a:lstStyle/>
          <a:p>
            <a:r>
              <a:rPr lang="en-IN" sz="3200" dirty="0"/>
              <a:t>Step 4: </a:t>
            </a:r>
            <a:r>
              <a:rPr lang="en-IN" sz="3200" b="1" dirty="0"/>
              <a:t>Run the image </a:t>
            </a:r>
            <a:r>
              <a:rPr lang="en-IN" sz="3200" dirty="0"/>
              <a:t>with image ID f49626edfb15  to create a container </a:t>
            </a:r>
            <a:r>
              <a:rPr lang="en-IN" dirty="0" smtClean="0"/>
              <a:t/>
            </a:r>
            <a:br>
              <a:rPr lang="en-IN" dirty="0" smtClean="0"/>
            </a:br>
            <a:r>
              <a:rPr lang="en-IN" dirty="0" smtClean="0">
                <a:solidFill>
                  <a:srgbClr val="FF0000"/>
                </a:solidFill>
              </a:rPr>
              <a:t>$</a:t>
            </a:r>
            <a:r>
              <a:rPr lang="en-IN" dirty="0" err="1" smtClean="0">
                <a:solidFill>
                  <a:srgbClr val="FF0000"/>
                </a:solidFill>
              </a:rPr>
              <a:t>docker</a:t>
            </a:r>
            <a:r>
              <a:rPr lang="en-IN" dirty="0" smtClean="0">
                <a:solidFill>
                  <a:srgbClr val="FF0000"/>
                </a:solidFill>
              </a:rPr>
              <a:t> run f49626edfb15</a:t>
            </a:r>
            <a:endParaRPr lang="en-US" dirty="0">
              <a:solidFill>
                <a:srgbClr val="FF0000"/>
              </a:solidFill>
            </a:endParaRPr>
          </a:p>
        </p:txBody>
      </p:sp>
      <p:pic>
        <p:nvPicPr>
          <p:cNvPr id="7" name="Picture 6">
            <a:extLst>
              <a:ext uri="{FF2B5EF4-FFF2-40B4-BE49-F238E27FC236}">
                <a16:creationId xmlns="" xmlns:a16="http://schemas.microsoft.com/office/drawing/2014/main" id="{62FAFEAE-D3E5-2FFE-6AA6-10605C1A6D83}"/>
              </a:ext>
            </a:extLst>
          </p:cNvPr>
          <p:cNvPicPr>
            <a:picLocks noChangeAspect="1"/>
          </p:cNvPicPr>
          <p:nvPr/>
        </p:nvPicPr>
        <p:blipFill>
          <a:blip r:embed="rId2" cstate="print"/>
          <a:stretch>
            <a:fillRect/>
          </a:stretch>
        </p:blipFill>
        <p:spPr>
          <a:xfrm>
            <a:off x="157163" y="2282190"/>
            <a:ext cx="8601075" cy="4171230"/>
          </a:xfrm>
          <a:prstGeom prst="rect">
            <a:avLst/>
          </a:prstGeom>
        </p:spPr>
      </p:pic>
      <mc:AlternateContent xmlns:mc="http://schemas.openxmlformats.org/markup-compatibility/2006">
        <mc:Choice xmlns="" xmlns:p14="http://schemas.microsoft.com/office/powerpoint/2010/main" Requires="p14">
          <p:contentPart p14:bwMode="auto" r:id="rId3">
            <p14:nvContentPartPr>
              <p14:cNvPr id="11" name="Ink 10">
                <a:extLst>
                  <a:ext uri="{FF2B5EF4-FFF2-40B4-BE49-F238E27FC236}">
                    <a16:creationId xmlns:a16="http://schemas.microsoft.com/office/drawing/2014/main" id="{E7B8953F-5158-8BB7-13BA-98C8312013E8}"/>
                  </a:ext>
                </a:extLst>
              </p14:cNvPr>
              <p14:cNvContentPartPr/>
              <p14:nvPr/>
            </p14:nvContentPartPr>
            <p14:xfrm>
              <a:off x="1671728" y="2771705"/>
              <a:ext cx="448470" cy="146880"/>
            </p14:xfrm>
          </p:contentPart>
        </mc:Choice>
        <mc:Fallback>
          <p:pic>
            <p:nvPicPr>
              <p:cNvPr id="11" name="Ink 10">
                <a:extLst>
                  <a:ext uri="{FF2B5EF4-FFF2-40B4-BE49-F238E27FC236}">
                    <a16:creationId xmlns:p14="http://schemas.microsoft.com/office/powerpoint/2010/main" xmlns="" xmlns:a16="http://schemas.microsoft.com/office/drawing/2014/main" id="{E7B8953F-5158-8BB7-13BA-98C8312013E8}"/>
                  </a:ext>
                </a:extLst>
              </p:cNvPr>
              <p:cNvPicPr/>
              <p:nvPr/>
            </p:nvPicPr>
            <p:blipFill>
              <a:blip r:embed="rId4" cstate="print"/>
              <a:stretch>
                <a:fillRect/>
              </a:stretch>
            </p:blipFill>
            <p:spPr>
              <a:xfrm>
                <a:off x="1662730" y="2762705"/>
                <a:ext cx="466106" cy="164520"/>
              </a:xfrm>
              <a:prstGeom prst="rect">
                <a:avLst/>
              </a:prstGeom>
            </p:spPr>
          </p:pic>
        </mc:Fallback>
      </mc:AlternateContent>
      <mc:AlternateContent xmlns:mc="http://schemas.openxmlformats.org/markup-compatibility/2006">
        <mc:Choice xmlns="" xmlns:p14="http://schemas.microsoft.com/office/powerpoint/2010/main" Requires="p14">
          <p:contentPart p14:bwMode="auto" r:id="rId5">
            <p14:nvContentPartPr>
              <p14:cNvPr id="3" name="Ink 2">
                <a:extLst>
                  <a:ext uri="{FF2B5EF4-FFF2-40B4-BE49-F238E27FC236}">
                    <a16:creationId xmlns:a16="http://schemas.microsoft.com/office/drawing/2014/main" id="{C360A336-B1D8-F5C2-FE0B-52D087FDC9AF}"/>
                  </a:ext>
                </a:extLst>
              </p14:cNvPr>
              <p14:cNvContentPartPr/>
              <p14:nvPr/>
            </p14:nvContentPartPr>
            <p14:xfrm>
              <a:off x="-237440" y="2661520"/>
              <a:ext cx="1872720" cy="396720"/>
            </p14:xfrm>
          </p:contentPart>
        </mc:Choice>
        <mc:Fallback>
          <p:pic>
            <p:nvPicPr>
              <p:cNvPr id="3" name="Ink 2">
                <a:extLst>
                  <a:ext uri="{FF2B5EF4-FFF2-40B4-BE49-F238E27FC236}">
                    <a16:creationId xmlns:p14="http://schemas.microsoft.com/office/powerpoint/2010/main" xmlns="" xmlns:a16="http://schemas.microsoft.com/office/drawing/2014/main" id="{C360A336-B1D8-F5C2-FE0B-52D087FDC9AF}"/>
                  </a:ext>
                </a:extLst>
              </p:cNvPr>
              <p:cNvPicPr/>
              <p:nvPr/>
            </p:nvPicPr>
            <p:blipFill>
              <a:blip r:embed="rId6" cstate="print"/>
              <a:stretch>
                <a:fillRect/>
              </a:stretch>
            </p:blipFill>
            <p:spPr>
              <a:xfrm>
                <a:off x="-246080" y="2652880"/>
                <a:ext cx="1890360" cy="414360"/>
              </a:xfrm>
              <a:prstGeom prst="rect">
                <a:avLst/>
              </a:prstGeom>
            </p:spPr>
          </p:pic>
        </mc:Fallback>
      </mc:AlternateContent>
    </p:spTree>
    <p:extLst>
      <p:ext uri="{BB962C8B-B14F-4D97-AF65-F5344CB8AC3E}">
        <p14:creationId xmlns="" xmlns:p14="http://schemas.microsoft.com/office/powerpoint/2010/main" val="30041095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7FE0FC-A795-D5E3-E218-D01A9564EA5F}"/>
              </a:ext>
            </a:extLst>
          </p:cNvPr>
          <p:cNvSpPr>
            <a:spLocks noGrp="1"/>
          </p:cNvSpPr>
          <p:nvPr>
            <p:ph type="title"/>
          </p:nvPr>
        </p:nvSpPr>
        <p:spPr>
          <a:xfrm>
            <a:off x="70740" y="274638"/>
            <a:ext cx="9073260" cy="1143000"/>
          </a:xfrm>
        </p:spPr>
        <p:txBody>
          <a:bodyPr>
            <a:normAutofit fontScale="90000"/>
          </a:bodyPr>
          <a:lstStyle/>
          <a:p>
            <a:pPr algn="ctr"/>
            <a:r>
              <a:rPr lang="en-IN" sz="3600" dirty="0"/>
              <a:t/>
            </a:r>
            <a:br>
              <a:rPr lang="en-IN" sz="3600" dirty="0"/>
            </a:br>
            <a:r>
              <a:rPr lang="en-IN" sz="4000" dirty="0"/>
              <a:t>Exercise 5. </a:t>
            </a:r>
            <a:br>
              <a:rPr lang="en-IN" sz="4000" dirty="0"/>
            </a:br>
            <a:r>
              <a:rPr lang="en-IN" sz="4000" dirty="0"/>
              <a:t>Publishing docker image into docker repository</a:t>
            </a:r>
            <a:r>
              <a:rPr lang="en-IN" dirty="0"/>
              <a:t/>
            </a:r>
            <a:br>
              <a:rPr lang="en-IN" dirty="0"/>
            </a:br>
            <a:endParaRPr lang="en-US" dirty="0"/>
          </a:p>
        </p:txBody>
      </p:sp>
      <p:sp>
        <p:nvSpPr>
          <p:cNvPr id="3" name="Content Placeholder 2">
            <a:extLst>
              <a:ext uri="{FF2B5EF4-FFF2-40B4-BE49-F238E27FC236}">
                <a16:creationId xmlns="" xmlns:a16="http://schemas.microsoft.com/office/drawing/2014/main" id="{6F74BE97-96C0-D189-47B4-AEC20504E5A3}"/>
              </a:ext>
            </a:extLst>
          </p:cNvPr>
          <p:cNvSpPr>
            <a:spLocks noGrp="1"/>
          </p:cNvSpPr>
          <p:nvPr>
            <p:ph idx="1"/>
          </p:nvPr>
        </p:nvSpPr>
        <p:spPr>
          <a:xfrm>
            <a:off x="179390" y="1417638"/>
            <a:ext cx="9073260" cy="4708525"/>
          </a:xfrm>
        </p:spPr>
        <p:txBody>
          <a:bodyPr>
            <a:normAutofit/>
          </a:bodyPr>
          <a:lstStyle/>
          <a:p>
            <a:r>
              <a:rPr lang="en-IN" sz="2400" dirty="0"/>
              <a:t>First create docker hub account at </a:t>
            </a:r>
            <a:r>
              <a:rPr lang="en-IN" sz="2400" dirty="0" smtClean="0"/>
              <a:t>dockerhub.com</a:t>
            </a:r>
          </a:p>
          <a:p>
            <a:r>
              <a:rPr lang="en-IN" sz="2400" dirty="0" smtClean="0"/>
              <a:t>Go to Windows </a:t>
            </a:r>
            <a:r>
              <a:rPr lang="en-IN" sz="2400" dirty="0" err="1" smtClean="0"/>
              <a:t>powershell</a:t>
            </a:r>
            <a:endParaRPr lang="en-IN" sz="2400" dirty="0"/>
          </a:p>
          <a:p>
            <a:r>
              <a:rPr lang="en-IN" sz="2400" dirty="0"/>
              <a:t>Login to docker at shell by $ docker login command. It will ask user name and password</a:t>
            </a:r>
            <a:endParaRPr lang="en-US" sz="2400" dirty="0"/>
          </a:p>
        </p:txBody>
      </p:sp>
      <mc:AlternateContent xmlns:mc="http://schemas.openxmlformats.org/markup-compatibility/2006">
        <mc:Choice xmlns="" xmlns:p14="http://schemas.microsoft.com/office/powerpoint/2010/main" Requires="p14">
          <p:contentPart p14:bwMode="auto" r:id="rId2">
            <p14:nvContentPartPr>
              <p14:cNvPr id="4" name="Ink 3">
                <a:extLst>
                  <a:ext uri="{FF2B5EF4-FFF2-40B4-BE49-F238E27FC236}">
                    <a16:creationId xmlns:a16="http://schemas.microsoft.com/office/drawing/2014/main" id="{63D93103-199D-22F4-7095-6E3D15D03C8B}"/>
                  </a:ext>
                </a:extLst>
              </p14:cNvPr>
              <p14:cNvContentPartPr/>
              <p14:nvPr/>
            </p14:nvContentPartPr>
            <p14:xfrm>
              <a:off x="1899520" y="944680"/>
              <a:ext cx="360" cy="360"/>
            </p14:xfrm>
          </p:contentPart>
        </mc:Choice>
        <mc:Fallback>
          <p:pic>
            <p:nvPicPr>
              <p:cNvPr id="4" name="Ink 3">
                <a:extLst>
                  <a:ext uri="{FF2B5EF4-FFF2-40B4-BE49-F238E27FC236}">
                    <a16:creationId xmlns:p14="http://schemas.microsoft.com/office/powerpoint/2010/main" xmlns="" xmlns:a16="http://schemas.microsoft.com/office/drawing/2014/main" id="{63D93103-199D-22F4-7095-6E3D15D03C8B}"/>
                  </a:ext>
                </a:extLst>
              </p:cNvPr>
              <p:cNvPicPr/>
              <p:nvPr/>
            </p:nvPicPr>
            <p:blipFill>
              <a:blip r:embed="rId3" cstate="print"/>
              <a:stretch>
                <a:fillRect/>
              </a:stretch>
            </p:blipFill>
            <p:spPr>
              <a:xfrm>
                <a:off x="1890520" y="9356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4">
            <p14:nvContentPartPr>
              <p14:cNvPr id="5" name="Ink 4">
                <a:extLst>
                  <a:ext uri="{FF2B5EF4-FFF2-40B4-BE49-F238E27FC236}">
                    <a16:creationId xmlns:a16="http://schemas.microsoft.com/office/drawing/2014/main" id="{CE9AB4C2-115D-793C-2A2B-C87DF99F9641}"/>
                  </a:ext>
                </a:extLst>
              </p14:cNvPr>
              <p14:cNvContentPartPr/>
              <p14:nvPr/>
            </p14:nvContentPartPr>
            <p14:xfrm>
              <a:off x="1899520" y="1330600"/>
              <a:ext cx="360" cy="360"/>
            </p14:xfrm>
          </p:contentPart>
        </mc:Choice>
        <mc:Fallback>
          <p:pic>
            <p:nvPicPr>
              <p:cNvPr id="5" name="Ink 4">
                <a:extLst>
                  <a:ext uri="{FF2B5EF4-FFF2-40B4-BE49-F238E27FC236}">
                    <a16:creationId xmlns:p14="http://schemas.microsoft.com/office/powerpoint/2010/main" xmlns="" xmlns:a16="http://schemas.microsoft.com/office/drawing/2014/main" id="{CE9AB4C2-115D-793C-2A2B-C87DF99F9641}"/>
                  </a:ext>
                </a:extLst>
              </p:cNvPr>
              <p:cNvPicPr/>
              <p:nvPr/>
            </p:nvPicPr>
            <p:blipFill>
              <a:blip r:embed="rId3" cstate="print"/>
              <a:stretch>
                <a:fillRect/>
              </a:stretch>
            </p:blipFill>
            <p:spPr>
              <a:xfrm>
                <a:off x="1890520" y="132160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5">
            <p14:nvContentPartPr>
              <p14:cNvPr id="6" name="Ink 5">
                <a:extLst>
                  <a:ext uri="{FF2B5EF4-FFF2-40B4-BE49-F238E27FC236}">
                    <a16:creationId xmlns:a16="http://schemas.microsoft.com/office/drawing/2014/main" id="{6C0DD786-CD43-5CCF-01EF-8E70FCE5D104}"/>
                  </a:ext>
                </a:extLst>
              </p14:cNvPr>
              <p14:cNvContentPartPr/>
              <p14:nvPr/>
            </p14:nvContentPartPr>
            <p14:xfrm>
              <a:off x="822760" y="629680"/>
              <a:ext cx="360" cy="360"/>
            </p14:xfrm>
          </p:contentPart>
        </mc:Choice>
        <mc:Fallback>
          <p:pic>
            <p:nvPicPr>
              <p:cNvPr id="6" name="Ink 5">
                <a:extLst>
                  <a:ext uri="{FF2B5EF4-FFF2-40B4-BE49-F238E27FC236}">
                    <a16:creationId xmlns:p14="http://schemas.microsoft.com/office/powerpoint/2010/main" xmlns="" xmlns:a16="http://schemas.microsoft.com/office/drawing/2014/main" id="{6C0DD786-CD43-5CCF-01EF-8E70FCE5D104}"/>
                  </a:ext>
                </a:extLst>
              </p:cNvPr>
              <p:cNvPicPr/>
              <p:nvPr/>
            </p:nvPicPr>
            <p:blipFill>
              <a:blip r:embed="rId3" cstate="print"/>
              <a:stretch>
                <a:fillRect/>
              </a:stretch>
            </p:blipFill>
            <p:spPr>
              <a:xfrm>
                <a:off x="814120" y="6206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6">
            <p14:nvContentPartPr>
              <p14:cNvPr id="7" name="Ink 6">
                <a:extLst>
                  <a:ext uri="{FF2B5EF4-FFF2-40B4-BE49-F238E27FC236}">
                    <a16:creationId xmlns:a16="http://schemas.microsoft.com/office/drawing/2014/main" id="{28EB3F12-B003-FC17-70B8-EF4DE97A63C6}"/>
                  </a:ext>
                </a:extLst>
              </p14:cNvPr>
              <p14:cNvContentPartPr/>
              <p14:nvPr/>
            </p14:nvContentPartPr>
            <p14:xfrm>
              <a:off x="822760" y="629680"/>
              <a:ext cx="360" cy="360"/>
            </p14:xfrm>
          </p:contentPart>
        </mc:Choice>
        <mc:Fallback>
          <p:pic>
            <p:nvPicPr>
              <p:cNvPr id="7" name="Ink 6">
                <a:extLst>
                  <a:ext uri="{FF2B5EF4-FFF2-40B4-BE49-F238E27FC236}">
                    <a16:creationId xmlns:p14="http://schemas.microsoft.com/office/powerpoint/2010/main" xmlns="" xmlns:a16="http://schemas.microsoft.com/office/drawing/2014/main" id="{28EB3F12-B003-FC17-70B8-EF4DE97A63C6}"/>
                  </a:ext>
                </a:extLst>
              </p:cNvPr>
              <p:cNvPicPr/>
              <p:nvPr/>
            </p:nvPicPr>
            <p:blipFill>
              <a:blip r:embed="rId3" cstate="print"/>
              <a:stretch>
                <a:fillRect/>
              </a:stretch>
            </p:blipFill>
            <p:spPr>
              <a:xfrm>
                <a:off x="814120" y="6206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7">
            <p14:nvContentPartPr>
              <p14:cNvPr id="8" name="Ink 7">
                <a:extLst>
                  <a:ext uri="{FF2B5EF4-FFF2-40B4-BE49-F238E27FC236}">
                    <a16:creationId xmlns:a16="http://schemas.microsoft.com/office/drawing/2014/main" id="{F8111DE9-CA48-A560-CDEC-F1241F5254E3}"/>
                  </a:ext>
                </a:extLst>
              </p14:cNvPr>
              <p14:cNvContentPartPr/>
              <p14:nvPr/>
            </p14:nvContentPartPr>
            <p14:xfrm>
              <a:off x="822760" y="629680"/>
              <a:ext cx="360" cy="360"/>
            </p14:xfrm>
          </p:contentPart>
        </mc:Choice>
        <mc:Fallback>
          <p:pic>
            <p:nvPicPr>
              <p:cNvPr id="8" name="Ink 7">
                <a:extLst>
                  <a:ext uri="{FF2B5EF4-FFF2-40B4-BE49-F238E27FC236}">
                    <a16:creationId xmlns:p14="http://schemas.microsoft.com/office/powerpoint/2010/main" xmlns="" xmlns:a16="http://schemas.microsoft.com/office/drawing/2014/main" id="{F8111DE9-CA48-A560-CDEC-F1241F5254E3}"/>
                  </a:ext>
                </a:extLst>
              </p:cNvPr>
              <p:cNvPicPr/>
              <p:nvPr/>
            </p:nvPicPr>
            <p:blipFill>
              <a:blip r:embed="rId3" cstate="print"/>
              <a:stretch>
                <a:fillRect/>
              </a:stretch>
            </p:blipFill>
            <p:spPr>
              <a:xfrm>
                <a:off x="814120" y="6206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8">
            <p14:nvContentPartPr>
              <p14:cNvPr id="11" name="Ink 10">
                <a:extLst>
                  <a:ext uri="{FF2B5EF4-FFF2-40B4-BE49-F238E27FC236}">
                    <a16:creationId xmlns:a16="http://schemas.microsoft.com/office/drawing/2014/main" id="{CE48D5AE-6FBC-B5DF-8EEA-3473A8DA91C0}"/>
                  </a:ext>
                </a:extLst>
              </p14:cNvPr>
              <p14:cNvContentPartPr/>
              <p14:nvPr/>
            </p14:nvContentPartPr>
            <p14:xfrm>
              <a:off x="1097080" y="1869160"/>
              <a:ext cx="360" cy="360"/>
            </p14:xfrm>
          </p:contentPart>
        </mc:Choice>
        <mc:Fallback>
          <p:pic>
            <p:nvPicPr>
              <p:cNvPr id="11" name="Ink 10">
                <a:extLst>
                  <a:ext uri="{FF2B5EF4-FFF2-40B4-BE49-F238E27FC236}">
                    <a16:creationId xmlns:p14="http://schemas.microsoft.com/office/powerpoint/2010/main" xmlns="" xmlns:a16="http://schemas.microsoft.com/office/drawing/2014/main" id="{CE48D5AE-6FBC-B5DF-8EEA-3473A8DA91C0}"/>
                  </a:ext>
                </a:extLst>
              </p:cNvPr>
              <p:cNvPicPr/>
              <p:nvPr/>
            </p:nvPicPr>
            <p:blipFill>
              <a:blip r:embed="rId3" cstate="print"/>
              <a:stretch>
                <a:fillRect/>
              </a:stretch>
            </p:blipFill>
            <p:spPr>
              <a:xfrm>
                <a:off x="1088080" y="1860160"/>
                <a:ext cx="18000" cy="18000"/>
              </a:xfrm>
              <a:prstGeom prst="rect">
                <a:avLst/>
              </a:prstGeom>
            </p:spPr>
          </p:pic>
        </mc:Fallback>
      </mc:AlternateContent>
      <p:pic>
        <p:nvPicPr>
          <p:cNvPr id="13" name="Picture 12">
            <a:extLst>
              <a:ext uri="{FF2B5EF4-FFF2-40B4-BE49-F238E27FC236}">
                <a16:creationId xmlns="" xmlns:a16="http://schemas.microsoft.com/office/drawing/2014/main" id="{F93C4053-256F-3725-236E-D4AED3DC661C}"/>
              </a:ext>
            </a:extLst>
          </p:cNvPr>
          <p:cNvPicPr>
            <a:picLocks noChangeAspect="1"/>
          </p:cNvPicPr>
          <p:nvPr/>
        </p:nvPicPr>
        <p:blipFill>
          <a:blip r:embed="rId9" cstate="print"/>
          <a:stretch>
            <a:fillRect/>
          </a:stretch>
        </p:blipFill>
        <p:spPr>
          <a:xfrm>
            <a:off x="323770" y="2663120"/>
            <a:ext cx="8686750" cy="3930122"/>
          </a:xfrm>
          <a:prstGeom prst="rect">
            <a:avLst/>
          </a:prstGeom>
        </p:spPr>
      </p:pic>
    </p:spTree>
    <p:extLst>
      <p:ext uri="{BB962C8B-B14F-4D97-AF65-F5344CB8AC3E}">
        <p14:creationId xmlns="" xmlns:p14="http://schemas.microsoft.com/office/powerpoint/2010/main" val="301421576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5FBAD9-36E3-0549-A681-0D2D5DC0DE82}"/>
              </a:ext>
            </a:extLst>
          </p:cNvPr>
          <p:cNvSpPr>
            <a:spLocks noGrp="1"/>
          </p:cNvSpPr>
          <p:nvPr>
            <p:ph type="title"/>
          </p:nvPr>
        </p:nvSpPr>
        <p:spPr>
          <a:xfrm>
            <a:off x="443000" y="260560"/>
            <a:ext cx="8592540" cy="1374600"/>
          </a:xfrm>
        </p:spPr>
        <p:txBody>
          <a:bodyPr>
            <a:normAutofit fontScale="90000"/>
          </a:bodyPr>
          <a:lstStyle/>
          <a:p>
            <a:pPr algn="l"/>
            <a:r>
              <a:rPr lang="en-IN" sz="2700" dirty="0"/>
              <a:t>We will tag image yog2image with tag 02 as</a:t>
            </a:r>
            <a:br>
              <a:rPr lang="en-IN" sz="2700" dirty="0"/>
            </a:br>
            <a:r>
              <a:rPr lang="en-IN" sz="2700" b="1" dirty="0">
                <a:solidFill>
                  <a:srgbClr val="C00000"/>
                </a:solidFill>
              </a:rPr>
              <a:t>$ docker tag yog2ndimage:02 anujyog1/</a:t>
            </a:r>
            <a:r>
              <a:rPr lang="en-IN" sz="2700" b="1" dirty="0" err="1">
                <a:solidFill>
                  <a:srgbClr val="C00000"/>
                </a:solidFill>
              </a:rPr>
              <a:t>secondimage</a:t>
            </a:r>
            <a:r>
              <a:rPr lang="en-IN" b="1" dirty="0">
                <a:solidFill>
                  <a:srgbClr val="C00000"/>
                </a:solidFill>
              </a:rPr>
              <a:t/>
            </a:r>
            <a:br>
              <a:rPr lang="en-IN" b="1" dirty="0">
                <a:solidFill>
                  <a:srgbClr val="C00000"/>
                </a:solidFill>
              </a:rPr>
            </a:br>
            <a:r>
              <a:rPr lang="en-IN" b="1" dirty="0">
                <a:solidFill>
                  <a:srgbClr val="C00000"/>
                </a:solidFill>
              </a:rPr>
              <a:t>   </a:t>
            </a:r>
            <a:r>
              <a:rPr lang="en-IN" sz="3100" dirty="0">
                <a:solidFill>
                  <a:srgbClr val="C00000"/>
                </a:solidFill>
              </a:rPr>
              <a:t>image name    version/tag     docker id     </a:t>
            </a:r>
            <a:r>
              <a:rPr lang="en-IN" sz="3100" dirty="0" err="1">
                <a:solidFill>
                  <a:srgbClr val="C00000"/>
                </a:solidFill>
              </a:rPr>
              <a:t>tagname</a:t>
            </a:r>
            <a:r>
              <a:rPr lang="en-IN" sz="3100" dirty="0">
                <a:solidFill>
                  <a:srgbClr val="C00000"/>
                </a:solidFill>
              </a:rPr>
              <a:t> latest</a:t>
            </a:r>
            <a:endParaRPr lang="en-US" sz="3100" dirty="0">
              <a:solidFill>
                <a:srgbClr val="C00000"/>
              </a:solidFill>
            </a:endParaRPr>
          </a:p>
        </p:txBody>
      </p:sp>
      <p:pic>
        <p:nvPicPr>
          <p:cNvPr id="4" name="Content Placeholder 4">
            <a:extLst>
              <a:ext uri="{FF2B5EF4-FFF2-40B4-BE49-F238E27FC236}">
                <a16:creationId xmlns="" xmlns:a16="http://schemas.microsoft.com/office/drawing/2014/main" id="{4DE5F001-DC97-5322-D626-B458A77F6BAB}"/>
              </a:ext>
            </a:extLst>
          </p:cNvPr>
          <p:cNvPicPr>
            <a:picLocks noGrp="1" noChangeAspect="1"/>
          </p:cNvPicPr>
          <p:nvPr>
            <p:ph idx="1"/>
          </p:nvPr>
        </p:nvPicPr>
        <p:blipFill>
          <a:blip r:embed="rId2" cstate="print"/>
          <a:stretch>
            <a:fillRect/>
          </a:stretch>
        </p:blipFill>
        <p:spPr>
          <a:xfrm>
            <a:off x="453456" y="2100116"/>
            <a:ext cx="7886700" cy="4335982"/>
          </a:xfrm>
        </p:spPr>
      </p:pic>
      <mc:AlternateContent xmlns:mc="http://schemas.openxmlformats.org/markup-compatibility/2006">
        <mc:Choice xmlns="" xmlns:aink="http://schemas.microsoft.com/office/drawing/2016/ink" xmlns:p14="http://schemas.microsoft.com/office/powerpoint/2010/main" Requires="p14 aink">
          <p:contentPart p14:bwMode="auto" r:id="rId3">
            <p14:nvContentPartPr>
              <p14:cNvPr id="10" name="Ink 9">
                <a:extLst>
                  <a:ext uri="{FF2B5EF4-FFF2-40B4-BE49-F238E27FC236}">
                    <a16:creationId xmlns:a16="http://schemas.microsoft.com/office/drawing/2014/main" id="{740C553E-F34E-47F6-B44E-5AF47B58D313}"/>
                  </a:ext>
                </a:extLst>
              </p14:cNvPr>
              <p14:cNvContentPartPr/>
              <p14:nvPr/>
            </p14:nvContentPartPr>
            <p14:xfrm>
              <a:off x="8412280" y="629680"/>
              <a:ext cx="360" cy="360"/>
            </p14:xfrm>
          </p:contentPart>
        </mc:Choice>
        <mc:Fallback>
          <p:pic>
            <p:nvPicPr>
              <p:cNvPr id="10" name="Ink 9">
                <a:extLst>
                  <a:ext uri="{FF2B5EF4-FFF2-40B4-BE49-F238E27FC236}">
                    <a16:creationId xmlns:p14="http://schemas.microsoft.com/office/powerpoint/2010/main" xmlns:aink="http://schemas.microsoft.com/office/drawing/2016/ink" xmlns="" xmlns:a16="http://schemas.microsoft.com/office/drawing/2014/main" id="{740C553E-F34E-47F6-B44E-5AF47B58D313}"/>
                  </a:ext>
                </a:extLst>
              </p:cNvPr>
              <p:cNvPicPr/>
              <p:nvPr/>
            </p:nvPicPr>
            <p:blipFill>
              <a:blip r:embed="rId4" cstate="print"/>
              <a:stretch>
                <a:fillRect/>
              </a:stretch>
            </p:blipFill>
            <p:spPr>
              <a:xfrm>
                <a:off x="8394640" y="521680"/>
                <a:ext cx="36000" cy="216000"/>
              </a:xfrm>
              <a:prstGeom prst="rect">
                <a:avLst/>
              </a:prstGeom>
            </p:spPr>
          </p:pic>
        </mc:Fallback>
      </mc:AlternateContent>
      <mc:AlternateContent xmlns:mc="http://schemas.openxmlformats.org/markup-compatibility/2006">
        <mc:Choice xmlns="" xmlns:aink="http://schemas.microsoft.com/office/drawing/2016/ink" xmlns:p14="http://schemas.microsoft.com/office/powerpoint/2010/main" Requires="p14 aink">
          <p:contentPart p14:bwMode="auto" r:id="rId5">
            <p14:nvContentPartPr>
              <p14:cNvPr id="11" name="Ink 10">
                <a:extLst>
                  <a:ext uri="{FF2B5EF4-FFF2-40B4-BE49-F238E27FC236}">
                    <a16:creationId xmlns:a16="http://schemas.microsoft.com/office/drawing/2014/main" id="{AC6D1DB0-77D2-D9F2-5823-9FA09744DD50}"/>
                  </a:ext>
                </a:extLst>
              </p14:cNvPr>
              <p14:cNvContentPartPr/>
              <p14:nvPr/>
            </p14:nvContentPartPr>
            <p14:xfrm>
              <a:off x="7975240" y="741280"/>
              <a:ext cx="360" cy="360"/>
            </p14:xfrm>
          </p:contentPart>
        </mc:Choice>
        <mc:Fallback>
          <p:pic>
            <p:nvPicPr>
              <p:cNvPr id="11" name="Ink 10">
                <a:extLst>
                  <a:ext uri="{FF2B5EF4-FFF2-40B4-BE49-F238E27FC236}">
                    <a16:creationId xmlns:p14="http://schemas.microsoft.com/office/powerpoint/2010/main" xmlns:aink="http://schemas.microsoft.com/office/drawing/2016/ink" xmlns="" xmlns:a16="http://schemas.microsoft.com/office/drawing/2014/main" id="{AC6D1DB0-77D2-D9F2-5823-9FA09744DD50}"/>
                  </a:ext>
                </a:extLst>
              </p:cNvPr>
              <p:cNvPicPr/>
              <p:nvPr/>
            </p:nvPicPr>
            <p:blipFill>
              <a:blip r:embed="rId6" cstate="print"/>
              <a:stretch>
                <a:fillRect/>
              </a:stretch>
            </p:blipFill>
            <p:spPr>
              <a:xfrm>
                <a:off x="7957240" y="633280"/>
                <a:ext cx="36000" cy="216000"/>
              </a:xfrm>
              <a:prstGeom prst="rect">
                <a:avLst/>
              </a:prstGeom>
            </p:spPr>
          </p:pic>
        </mc:Fallback>
      </mc:AlternateContent>
      <mc:AlternateContent xmlns:mc="http://schemas.openxmlformats.org/markup-compatibility/2006">
        <mc:Choice xmlns="" xmlns:aink="http://schemas.microsoft.com/office/drawing/2016/ink" xmlns:p14="http://schemas.microsoft.com/office/powerpoint/2010/main" Requires="p14 aink">
          <p:contentPart p14:bwMode="auto" r:id="rId7">
            <p14:nvContentPartPr>
              <p14:cNvPr id="12" name="Ink 11">
                <a:extLst>
                  <a:ext uri="{FF2B5EF4-FFF2-40B4-BE49-F238E27FC236}">
                    <a16:creationId xmlns:a16="http://schemas.microsoft.com/office/drawing/2014/main" id="{F11BCEB1-BF93-2E9A-0835-C12BEFDF386C}"/>
                  </a:ext>
                </a:extLst>
              </p14:cNvPr>
              <p14:cNvContentPartPr/>
              <p14:nvPr/>
            </p14:nvContentPartPr>
            <p14:xfrm>
              <a:off x="1533760" y="1635160"/>
              <a:ext cx="360" cy="360"/>
            </p14:xfrm>
          </p:contentPart>
        </mc:Choice>
        <mc:Fallback>
          <p:pic>
            <p:nvPicPr>
              <p:cNvPr id="12" name="Ink 11">
                <a:extLst>
                  <a:ext uri="{FF2B5EF4-FFF2-40B4-BE49-F238E27FC236}">
                    <a16:creationId xmlns:p14="http://schemas.microsoft.com/office/powerpoint/2010/main" xmlns:aink="http://schemas.microsoft.com/office/drawing/2016/ink" xmlns="" xmlns:a16="http://schemas.microsoft.com/office/drawing/2014/main" id="{F11BCEB1-BF93-2E9A-0835-C12BEFDF386C}"/>
                  </a:ext>
                </a:extLst>
              </p:cNvPr>
              <p:cNvPicPr/>
              <p:nvPr/>
            </p:nvPicPr>
            <p:blipFill>
              <a:blip r:embed="rId8" cstate="print"/>
              <a:stretch>
                <a:fillRect/>
              </a:stretch>
            </p:blipFill>
            <p:spPr>
              <a:xfrm>
                <a:off x="1515760" y="1527520"/>
                <a:ext cx="36000" cy="216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9">
            <p14:nvContentPartPr>
              <p14:cNvPr id="13" name="Ink 12">
                <a:extLst>
                  <a:ext uri="{FF2B5EF4-FFF2-40B4-BE49-F238E27FC236}">
                    <a16:creationId xmlns:a16="http://schemas.microsoft.com/office/drawing/2014/main" id="{077D8F80-2831-3A45-069A-F2CDD5B728B5}"/>
                  </a:ext>
                </a:extLst>
              </p14:cNvPr>
              <p14:cNvContentPartPr/>
              <p14:nvPr/>
            </p14:nvContentPartPr>
            <p14:xfrm>
              <a:off x="1747240" y="1052670"/>
              <a:ext cx="856080" cy="246960"/>
            </p14:xfrm>
          </p:contentPart>
        </mc:Choice>
        <mc:Fallback>
          <p:pic>
            <p:nvPicPr>
              <p:cNvPr id="13" name="Ink 12">
                <a:extLst>
                  <a:ext uri="{FF2B5EF4-FFF2-40B4-BE49-F238E27FC236}">
                    <a16:creationId xmlns:p14="http://schemas.microsoft.com/office/powerpoint/2010/main" xmlns="" xmlns:a16="http://schemas.microsoft.com/office/drawing/2014/main" id="{077D8F80-2831-3A45-069A-F2CDD5B728B5}"/>
                  </a:ext>
                </a:extLst>
              </p:cNvPr>
              <p:cNvPicPr/>
              <p:nvPr/>
            </p:nvPicPr>
            <p:blipFill>
              <a:blip r:embed="rId10" cstate="print"/>
              <a:stretch>
                <a:fillRect/>
              </a:stretch>
            </p:blipFill>
            <p:spPr>
              <a:xfrm>
                <a:off x="1738600" y="1044030"/>
                <a:ext cx="873720" cy="2646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1">
            <p14:nvContentPartPr>
              <p14:cNvPr id="14" name="Ink 13">
                <a:extLst>
                  <a:ext uri="{FF2B5EF4-FFF2-40B4-BE49-F238E27FC236}">
                    <a16:creationId xmlns:a16="http://schemas.microsoft.com/office/drawing/2014/main" id="{A2491E96-A65D-008F-ACF2-8AC85F8AE662}"/>
                  </a:ext>
                </a:extLst>
              </p14:cNvPr>
              <p14:cNvContentPartPr/>
              <p14:nvPr/>
            </p14:nvContentPartPr>
            <p14:xfrm>
              <a:off x="3880960" y="980660"/>
              <a:ext cx="164520" cy="354600"/>
            </p14:xfrm>
          </p:contentPart>
        </mc:Choice>
        <mc:Fallback>
          <p:pic>
            <p:nvPicPr>
              <p:cNvPr id="14" name="Ink 13">
                <a:extLst>
                  <a:ext uri="{FF2B5EF4-FFF2-40B4-BE49-F238E27FC236}">
                    <a16:creationId xmlns:p14="http://schemas.microsoft.com/office/powerpoint/2010/main" xmlns="" xmlns:a16="http://schemas.microsoft.com/office/drawing/2014/main" id="{A2491E96-A65D-008F-ACF2-8AC85F8AE662}"/>
                  </a:ext>
                </a:extLst>
              </p:cNvPr>
              <p:cNvPicPr/>
              <p:nvPr/>
            </p:nvPicPr>
            <p:blipFill>
              <a:blip r:embed="rId12" cstate="print"/>
              <a:stretch>
                <a:fillRect/>
              </a:stretch>
            </p:blipFill>
            <p:spPr>
              <a:xfrm>
                <a:off x="3871960" y="971660"/>
                <a:ext cx="182160" cy="37224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3">
            <p14:nvContentPartPr>
              <p14:cNvPr id="15" name="Ink 14">
                <a:extLst>
                  <a:ext uri="{FF2B5EF4-FFF2-40B4-BE49-F238E27FC236}">
                    <a16:creationId xmlns:a16="http://schemas.microsoft.com/office/drawing/2014/main" id="{3165180F-8C34-C217-DB95-96EFEDF0686D}"/>
                  </a:ext>
                </a:extLst>
              </p14:cNvPr>
              <p14:cNvContentPartPr/>
              <p14:nvPr/>
            </p14:nvContentPartPr>
            <p14:xfrm>
              <a:off x="5106760" y="1028920"/>
              <a:ext cx="480960" cy="372600"/>
            </p14:xfrm>
          </p:contentPart>
        </mc:Choice>
        <mc:Fallback>
          <p:pic>
            <p:nvPicPr>
              <p:cNvPr id="15" name="Ink 14">
                <a:extLst>
                  <a:ext uri="{FF2B5EF4-FFF2-40B4-BE49-F238E27FC236}">
                    <a16:creationId xmlns:p14="http://schemas.microsoft.com/office/powerpoint/2010/main" xmlns="" xmlns:a16="http://schemas.microsoft.com/office/drawing/2014/main" id="{3165180F-8C34-C217-DB95-96EFEDF0686D}"/>
                  </a:ext>
                </a:extLst>
              </p:cNvPr>
              <p:cNvPicPr/>
              <p:nvPr/>
            </p:nvPicPr>
            <p:blipFill>
              <a:blip r:embed="rId14" cstate="print"/>
              <a:stretch>
                <a:fillRect/>
              </a:stretch>
            </p:blipFill>
            <p:spPr>
              <a:xfrm>
                <a:off x="5098120" y="1020280"/>
                <a:ext cx="498600" cy="39024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5">
            <p14:nvContentPartPr>
              <p14:cNvPr id="16" name="Ink 15">
                <a:extLst>
                  <a:ext uri="{FF2B5EF4-FFF2-40B4-BE49-F238E27FC236}">
                    <a16:creationId xmlns:a16="http://schemas.microsoft.com/office/drawing/2014/main" id="{653F6656-9858-7886-4EA9-5971A35C3A74}"/>
                  </a:ext>
                </a:extLst>
              </p14:cNvPr>
              <p14:cNvContentPartPr/>
              <p14:nvPr/>
            </p14:nvContentPartPr>
            <p14:xfrm>
              <a:off x="5176240" y="1082560"/>
              <a:ext cx="96840" cy="65520"/>
            </p14:xfrm>
          </p:contentPart>
        </mc:Choice>
        <mc:Fallback>
          <p:pic>
            <p:nvPicPr>
              <p:cNvPr id="16" name="Ink 15">
                <a:extLst>
                  <a:ext uri="{FF2B5EF4-FFF2-40B4-BE49-F238E27FC236}">
                    <a16:creationId xmlns:p14="http://schemas.microsoft.com/office/powerpoint/2010/main" xmlns="" xmlns:a16="http://schemas.microsoft.com/office/drawing/2014/main" id="{653F6656-9858-7886-4EA9-5971A35C3A74}"/>
                  </a:ext>
                </a:extLst>
              </p:cNvPr>
              <p:cNvPicPr/>
              <p:nvPr/>
            </p:nvPicPr>
            <p:blipFill>
              <a:blip r:embed="rId16" cstate="print"/>
              <a:stretch>
                <a:fillRect/>
              </a:stretch>
            </p:blipFill>
            <p:spPr>
              <a:xfrm>
                <a:off x="5167240" y="1073920"/>
                <a:ext cx="114480" cy="8316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7">
            <p14:nvContentPartPr>
              <p14:cNvPr id="17" name="Ink 16">
                <a:extLst>
                  <a:ext uri="{FF2B5EF4-FFF2-40B4-BE49-F238E27FC236}">
                    <a16:creationId xmlns:a16="http://schemas.microsoft.com/office/drawing/2014/main" id="{901FF836-9CDD-15AD-E3BB-7EBFFAEFFADD}"/>
                  </a:ext>
                </a:extLst>
              </p14:cNvPr>
              <p14:cNvContentPartPr/>
              <p14:nvPr/>
            </p14:nvContentPartPr>
            <p14:xfrm>
              <a:off x="5210080" y="1107760"/>
              <a:ext cx="64080" cy="91440"/>
            </p14:xfrm>
          </p:contentPart>
        </mc:Choice>
        <mc:Fallback>
          <p:pic>
            <p:nvPicPr>
              <p:cNvPr id="17" name="Ink 16">
                <a:extLst>
                  <a:ext uri="{FF2B5EF4-FFF2-40B4-BE49-F238E27FC236}">
                    <a16:creationId xmlns:p14="http://schemas.microsoft.com/office/powerpoint/2010/main" xmlns="" xmlns:a16="http://schemas.microsoft.com/office/drawing/2014/main" id="{901FF836-9CDD-15AD-E3BB-7EBFFAEFFADD}"/>
                  </a:ext>
                </a:extLst>
              </p:cNvPr>
              <p:cNvPicPr/>
              <p:nvPr/>
            </p:nvPicPr>
            <p:blipFill>
              <a:blip r:embed="rId18" cstate="print"/>
              <a:stretch>
                <a:fillRect/>
              </a:stretch>
            </p:blipFill>
            <p:spPr>
              <a:xfrm>
                <a:off x="5201440" y="1098760"/>
                <a:ext cx="81720" cy="10908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9">
            <p14:nvContentPartPr>
              <p14:cNvPr id="26" name="Ink 25">
                <a:extLst>
                  <a:ext uri="{FF2B5EF4-FFF2-40B4-BE49-F238E27FC236}">
                    <a16:creationId xmlns:a16="http://schemas.microsoft.com/office/drawing/2014/main" id="{FECD8E11-AEB0-E452-4C05-3988CC9FE93F}"/>
                  </a:ext>
                </a:extLst>
              </p14:cNvPr>
              <p14:cNvContentPartPr/>
              <p14:nvPr/>
            </p14:nvContentPartPr>
            <p14:xfrm>
              <a:off x="5222680" y="1114600"/>
              <a:ext cx="29880" cy="63720"/>
            </p14:xfrm>
          </p:contentPart>
        </mc:Choice>
        <mc:Fallback>
          <p:pic>
            <p:nvPicPr>
              <p:cNvPr id="26" name="Ink 25">
                <a:extLst>
                  <a:ext uri="{FF2B5EF4-FFF2-40B4-BE49-F238E27FC236}">
                    <a16:creationId xmlns:p14="http://schemas.microsoft.com/office/powerpoint/2010/main" xmlns="" xmlns:a16="http://schemas.microsoft.com/office/drawing/2014/main" id="{FECD8E11-AEB0-E452-4C05-3988CC9FE93F}"/>
                  </a:ext>
                </a:extLst>
              </p:cNvPr>
              <p:cNvPicPr/>
              <p:nvPr/>
            </p:nvPicPr>
            <p:blipFill>
              <a:blip r:embed="rId20" cstate="print"/>
              <a:stretch>
                <a:fillRect/>
              </a:stretch>
            </p:blipFill>
            <p:spPr>
              <a:xfrm>
                <a:off x="5214040" y="1105600"/>
                <a:ext cx="47520" cy="81360"/>
              </a:xfrm>
              <a:prstGeom prst="rect">
                <a:avLst/>
              </a:prstGeom>
            </p:spPr>
          </p:pic>
        </mc:Fallback>
      </mc:AlternateContent>
      <mc:AlternateContent xmlns:mc="http://schemas.openxmlformats.org/markup-compatibility/2006">
        <mc:Choice xmlns="" xmlns:p14="http://schemas.microsoft.com/office/powerpoint/2010/main" Requires="p14">
          <p:contentPart p14:bwMode="auto" r:id="rId21">
            <p14:nvContentPartPr>
              <p14:cNvPr id="28" name="Ink 27">
                <a:extLst>
                  <a:ext uri="{FF2B5EF4-FFF2-40B4-BE49-F238E27FC236}">
                    <a16:creationId xmlns:a16="http://schemas.microsoft.com/office/drawing/2014/main" id="{734C6892-3BB9-AEA4-F39B-19BA8D6251B3}"/>
                  </a:ext>
                </a:extLst>
              </p14:cNvPr>
              <p14:cNvContentPartPr/>
              <p14:nvPr/>
            </p14:nvContentPartPr>
            <p14:xfrm>
              <a:off x="6881200" y="1052670"/>
              <a:ext cx="362880" cy="234720"/>
            </p14:xfrm>
          </p:contentPart>
        </mc:Choice>
        <mc:Fallback>
          <p:pic>
            <p:nvPicPr>
              <p:cNvPr id="28" name="Ink 27">
                <a:extLst>
                  <a:ext uri="{FF2B5EF4-FFF2-40B4-BE49-F238E27FC236}">
                    <a16:creationId xmlns:p14="http://schemas.microsoft.com/office/powerpoint/2010/main" xmlns="" xmlns:a16="http://schemas.microsoft.com/office/drawing/2014/main" id="{734C6892-3BB9-AEA4-F39B-19BA8D6251B3}"/>
                  </a:ext>
                </a:extLst>
              </p:cNvPr>
              <p:cNvPicPr/>
              <p:nvPr/>
            </p:nvPicPr>
            <p:blipFill>
              <a:blip r:embed="rId22" cstate="print"/>
              <a:stretch>
                <a:fillRect/>
              </a:stretch>
            </p:blipFill>
            <p:spPr>
              <a:xfrm>
                <a:off x="6872200" y="1044030"/>
                <a:ext cx="380520" cy="252360"/>
              </a:xfrm>
              <a:prstGeom prst="rect">
                <a:avLst/>
              </a:prstGeom>
            </p:spPr>
          </p:pic>
        </mc:Fallback>
      </mc:AlternateContent>
      <p:grpSp>
        <p:nvGrpSpPr>
          <p:cNvPr id="30" name="Group 29">
            <a:extLst>
              <a:ext uri="{FF2B5EF4-FFF2-40B4-BE49-F238E27FC236}">
                <a16:creationId xmlns="" xmlns:a16="http://schemas.microsoft.com/office/drawing/2014/main" id="{1EF2EFDD-30FD-9CA2-5C44-240239184C59}"/>
              </a:ext>
            </a:extLst>
          </p:cNvPr>
          <p:cNvGrpSpPr/>
          <p:nvPr/>
        </p:nvGrpSpPr>
        <p:grpSpPr>
          <a:xfrm>
            <a:off x="5212240" y="1127200"/>
            <a:ext cx="142560" cy="71640"/>
            <a:chOff x="5212240" y="1127200"/>
            <a:chExt cx="142560" cy="71640"/>
          </a:xfrm>
        </p:grpSpPr>
        <mc:AlternateContent xmlns:mc="http://schemas.openxmlformats.org/markup-compatibility/2006">
          <mc:Choice xmlns="" xmlns:p14="http://schemas.microsoft.com/office/powerpoint/2010/main" Requires="p14">
            <p:contentPart p14:bwMode="auto" r:id="rId23">
              <p14:nvContentPartPr>
                <p14:cNvPr id="19" name="Ink 18">
                  <a:extLst>
                    <a:ext uri="{FF2B5EF4-FFF2-40B4-BE49-F238E27FC236}">
                      <a16:creationId xmlns:a16="http://schemas.microsoft.com/office/drawing/2014/main" id="{E176AC9F-0E72-A2A5-9E37-1807A287DDD4}"/>
                    </a:ext>
                  </a:extLst>
                </p14:cNvPr>
                <p14:cNvContentPartPr/>
                <p14:nvPr/>
              </p14:nvContentPartPr>
              <p14:xfrm>
                <a:off x="5212240" y="1127200"/>
                <a:ext cx="360" cy="360"/>
              </p14:xfrm>
            </p:contentPart>
          </mc:Choice>
          <mc:Fallback>
            <p:pic>
              <p:nvPicPr>
                <p:cNvPr id="19" name="Ink 18">
                  <a:extLst>
                    <a:ext uri="{FF2B5EF4-FFF2-40B4-BE49-F238E27FC236}">
                      <a16:creationId xmlns:p14="http://schemas.microsoft.com/office/powerpoint/2010/main" xmlns="" xmlns:a16="http://schemas.microsoft.com/office/drawing/2014/main" id="{E176AC9F-0E72-A2A5-9E37-1807A287DDD4}"/>
                    </a:ext>
                  </a:extLst>
                </p:cNvPr>
                <p:cNvPicPr/>
                <p:nvPr/>
              </p:nvPicPr>
              <p:blipFill>
                <a:blip r:embed="rId24" cstate="print"/>
                <a:stretch>
                  <a:fillRect/>
                </a:stretch>
              </p:blipFill>
              <p:spPr>
                <a:xfrm>
                  <a:off x="5203240" y="111820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25">
              <p14:nvContentPartPr>
                <p14:cNvPr id="20" name="Ink 19">
                  <a:extLst>
                    <a:ext uri="{FF2B5EF4-FFF2-40B4-BE49-F238E27FC236}">
                      <a16:creationId xmlns:a16="http://schemas.microsoft.com/office/drawing/2014/main" id="{C25F2F81-3475-0713-542F-EC3E1A4F8F74}"/>
                    </a:ext>
                  </a:extLst>
                </p14:cNvPr>
                <p14:cNvContentPartPr/>
                <p14:nvPr/>
              </p14:nvContentPartPr>
              <p14:xfrm>
                <a:off x="5262640" y="1177960"/>
                <a:ext cx="360" cy="360"/>
              </p14:xfrm>
            </p:contentPart>
          </mc:Choice>
          <mc:Fallback>
            <p:pic>
              <p:nvPicPr>
                <p:cNvPr id="20" name="Ink 19">
                  <a:extLst>
                    <a:ext uri="{FF2B5EF4-FFF2-40B4-BE49-F238E27FC236}">
                      <a16:creationId xmlns:p14="http://schemas.microsoft.com/office/powerpoint/2010/main" xmlns="" xmlns:a16="http://schemas.microsoft.com/office/drawing/2014/main" id="{C25F2F81-3475-0713-542F-EC3E1A4F8F74}"/>
                    </a:ext>
                  </a:extLst>
                </p:cNvPr>
                <p:cNvPicPr/>
                <p:nvPr/>
              </p:nvPicPr>
              <p:blipFill>
                <a:blip r:embed="rId24" cstate="print"/>
                <a:stretch>
                  <a:fillRect/>
                </a:stretch>
              </p:blipFill>
              <p:spPr>
                <a:xfrm>
                  <a:off x="5254000" y="116896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26">
              <p14:nvContentPartPr>
                <p14:cNvPr id="22" name="Ink 21">
                  <a:extLst>
                    <a:ext uri="{FF2B5EF4-FFF2-40B4-BE49-F238E27FC236}">
                      <a16:creationId xmlns:a16="http://schemas.microsoft.com/office/drawing/2014/main" id="{5C2AC5B7-6302-F827-E650-C27D2A796EDE}"/>
                    </a:ext>
                  </a:extLst>
                </p14:cNvPr>
                <p14:cNvContentPartPr/>
                <p14:nvPr/>
              </p14:nvContentPartPr>
              <p14:xfrm>
                <a:off x="5252560" y="1177960"/>
                <a:ext cx="360" cy="360"/>
              </p14:xfrm>
            </p:contentPart>
          </mc:Choice>
          <mc:Fallback>
            <p:pic>
              <p:nvPicPr>
                <p:cNvPr id="22" name="Ink 21">
                  <a:extLst>
                    <a:ext uri="{FF2B5EF4-FFF2-40B4-BE49-F238E27FC236}">
                      <a16:creationId xmlns:p14="http://schemas.microsoft.com/office/powerpoint/2010/main" xmlns="" xmlns:a16="http://schemas.microsoft.com/office/drawing/2014/main" id="{5C2AC5B7-6302-F827-E650-C27D2A796EDE}"/>
                    </a:ext>
                  </a:extLst>
                </p:cNvPr>
                <p:cNvPicPr/>
                <p:nvPr/>
              </p:nvPicPr>
              <p:blipFill>
                <a:blip r:embed="rId24" cstate="print"/>
                <a:stretch>
                  <a:fillRect/>
                </a:stretch>
              </p:blipFill>
              <p:spPr>
                <a:xfrm>
                  <a:off x="5243560" y="116896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27">
              <p14:nvContentPartPr>
                <p14:cNvPr id="24" name="Ink 23">
                  <a:extLst>
                    <a:ext uri="{FF2B5EF4-FFF2-40B4-BE49-F238E27FC236}">
                      <a16:creationId xmlns:a16="http://schemas.microsoft.com/office/drawing/2014/main" id="{250B9163-1B8A-9139-12A6-21902E134AEA}"/>
                    </a:ext>
                  </a:extLst>
                </p14:cNvPr>
                <p14:cNvContentPartPr/>
                <p14:nvPr/>
              </p14:nvContentPartPr>
              <p14:xfrm>
                <a:off x="5252560" y="1177960"/>
                <a:ext cx="360" cy="360"/>
              </p14:xfrm>
            </p:contentPart>
          </mc:Choice>
          <mc:Fallback>
            <p:pic>
              <p:nvPicPr>
                <p:cNvPr id="24" name="Ink 23">
                  <a:extLst>
                    <a:ext uri="{FF2B5EF4-FFF2-40B4-BE49-F238E27FC236}">
                      <a16:creationId xmlns:p14="http://schemas.microsoft.com/office/powerpoint/2010/main" xmlns="" xmlns:a16="http://schemas.microsoft.com/office/drawing/2014/main" id="{250B9163-1B8A-9139-12A6-21902E134AEA}"/>
                    </a:ext>
                  </a:extLst>
                </p:cNvPr>
                <p:cNvPicPr/>
                <p:nvPr/>
              </p:nvPicPr>
              <p:blipFill>
                <a:blip r:embed="rId24" cstate="print"/>
                <a:stretch>
                  <a:fillRect/>
                </a:stretch>
              </p:blipFill>
              <p:spPr>
                <a:xfrm>
                  <a:off x="5243560" y="116896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28">
              <p14:nvContentPartPr>
                <p14:cNvPr id="29" name="Ink 28">
                  <a:extLst>
                    <a:ext uri="{FF2B5EF4-FFF2-40B4-BE49-F238E27FC236}">
                      <a16:creationId xmlns:a16="http://schemas.microsoft.com/office/drawing/2014/main" id="{3464FF80-0298-7B48-C914-7FDBE462057B}"/>
                    </a:ext>
                  </a:extLst>
                </p14:cNvPr>
                <p14:cNvContentPartPr/>
                <p14:nvPr/>
              </p14:nvContentPartPr>
              <p14:xfrm>
                <a:off x="5354440" y="1198480"/>
                <a:ext cx="360" cy="360"/>
              </p14:xfrm>
            </p:contentPart>
          </mc:Choice>
          <mc:Fallback>
            <p:pic>
              <p:nvPicPr>
                <p:cNvPr id="29" name="Ink 28">
                  <a:extLst>
                    <a:ext uri="{FF2B5EF4-FFF2-40B4-BE49-F238E27FC236}">
                      <a16:creationId xmlns:p14="http://schemas.microsoft.com/office/powerpoint/2010/main" xmlns="" xmlns:a16="http://schemas.microsoft.com/office/drawing/2014/main" id="{3464FF80-0298-7B48-C914-7FDBE462057B}"/>
                    </a:ext>
                  </a:extLst>
                </p:cNvPr>
                <p:cNvPicPr/>
                <p:nvPr/>
              </p:nvPicPr>
              <p:blipFill>
                <a:blip r:embed="rId24" cstate="print"/>
                <a:stretch>
                  <a:fillRect/>
                </a:stretch>
              </p:blipFill>
              <p:spPr>
                <a:xfrm>
                  <a:off x="5345440" y="1189840"/>
                  <a:ext cx="18000" cy="18000"/>
                </a:xfrm>
                <a:prstGeom prst="rect">
                  <a:avLst/>
                </a:prstGeom>
              </p:spPr>
            </p:pic>
          </mc:Fallback>
        </mc:AlternateContent>
      </p:grpSp>
      <mc:AlternateContent xmlns:mc="http://schemas.openxmlformats.org/markup-compatibility/2006">
        <mc:Choice xmlns="" xmlns:p14="http://schemas.microsoft.com/office/powerpoint/2010/main" Requires="p14">
          <p:contentPart p14:bwMode="auto" r:id="rId29">
            <p14:nvContentPartPr>
              <p14:cNvPr id="31" name="Ink 30">
                <a:extLst>
                  <a:ext uri="{FF2B5EF4-FFF2-40B4-BE49-F238E27FC236}">
                    <a16:creationId xmlns:a16="http://schemas.microsoft.com/office/drawing/2014/main" id="{2486BD62-2A6F-70F7-FF04-A4BED0494D3F}"/>
                  </a:ext>
                </a:extLst>
              </p14:cNvPr>
              <p14:cNvContentPartPr/>
              <p14:nvPr/>
            </p14:nvContentPartPr>
            <p14:xfrm>
              <a:off x="5130160" y="1086880"/>
              <a:ext cx="360" cy="360"/>
            </p14:xfrm>
          </p:contentPart>
        </mc:Choice>
        <mc:Fallback>
          <p:pic>
            <p:nvPicPr>
              <p:cNvPr id="31" name="Ink 30">
                <a:extLst>
                  <a:ext uri="{FF2B5EF4-FFF2-40B4-BE49-F238E27FC236}">
                    <a16:creationId xmlns:p14="http://schemas.microsoft.com/office/powerpoint/2010/main" xmlns="" xmlns:a16="http://schemas.microsoft.com/office/drawing/2014/main" id="{2486BD62-2A6F-70F7-FF04-A4BED0494D3F}"/>
                  </a:ext>
                </a:extLst>
              </p:cNvPr>
              <p:cNvPicPr/>
              <p:nvPr/>
            </p:nvPicPr>
            <p:blipFill>
              <a:blip r:embed="rId24" cstate="print"/>
              <a:stretch>
                <a:fillRect/>
              </a:stretch>
            </p:blipFill>
            <p:spPr>
              <a:xfrm>
                <a:off x="5121520" y="10778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30">
            <p14:nvContentPartPr>
              <p14:cNvPr id="37" name="Ink 36">
                <a:extLst>
                  <a:ext uri="{FF2B5EF4-FFF2-40B4-BE49-F238E27FC236}">
                    <a16:creationId xmlns:a16="http://schemas.microsoft.com/office/drawing/2014/main" id="{DD4D7DD8-BAE0-A42F-08FC-2C2914434A28}"/>
                  </a:ext>
                </a:extLst>
              </p14:cNvPr>
              <p14:cNvContentPartPr/>
              <p14:nvPr/>
            </p14:nvContentPartPr>
            <p14:xfrm>
              <a:off x="4388920" y="903640"/>
              <a:ext cx="360" cy="360"/>
            </p14:xfrm>
          </p:contentPart>
        </mc:Choice>
        <mc:Fallback>
          <p:pic>
            <p:nvPicPr>
              <p:cNvPr id="37" name="Ink 36">
                <a:extLst>
                  <a:ext uri="{FF2B5EF4-FFF2-40B4-BE49-F238E27FC236}">
                    <a16:creationId xmlns:p14="http://schemas.microsoft.com/office/powerpoint/2010/main" xmlns="" xmlns:a16="http://schemas.microsoft.com/office/drawing/2014/main" id="{DD4D7DD8-BAE0-A42F-08FC-2C2914434A28}"/>
                  </a:ext>
                </a:extLst>
              </p:cNvPr>
              <p:cNvPicPr/>
              <p:nvPr/>
            </p:nvPicPr>
            <p:blipFill>
              <a:blip r:embed="rId24" cstate="print"/>
              <a:stretch>
                <a:fillRect/>
              </a:stretch>
            </p:blipFill>
            <p:spPr>
              <a:xfrm>
                <a:off x="4380280" y="895000"/>
                <a:ext cx="18000" cy="18000"/>
              </a:xfrm>
              <a:prstGeom prst="rect">
                <a:avLst/>
              </a:prstGeom>
            </p:spPr>
          </p:pic>
        </mc:Fallback>
      </mc:AlternateContent>
    </p:spTree>
    <p:extLst>
      <p:ext uri="{BB962C8B-B14F-4D97-AF65-F5344CB8AC3E}">
        <p14:creationId xmlns="" xmlns:p14="http://schemas.microsoft.com/office/powerpoint/2010/main" val="2724160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776CB8-7DB1-6DD2-D8D5-7BCD6FCB965F}"/>
              </a:ext>
            </a:extLst>
          </p:cNvPr>
          <p:cNvSpPr>
            <a:spLocks noGrp="1"/>
          </p:cNvSpPr>
          <p:nvPr>
            <p:ph type="title"/>
          </p:nvPr>
        </p:nvSpPr>
        <p:spPr>
          <a:xfrm>
            <a:off x="0" y="195055"/>
            <a:ext cx="8229600" cy="1143000"/>
          </a:xfrm>
        </p:spPr>
        <p:txBody>
          <a:bodyPr>
            <a:normAutofit/>
          </a:bodyPr>
          <a:lstStyle/>
          <a:p>
            <a:r>
              <a:rPr lang="en-US" sz="3200" dirty="0">
                <a:solidFill>
                  <a:srgbClr val="C00000"/>
                </a:solidFill>
              </a:rPr>
              <a:t>$ docker images</a:t>
            </a:r>
            <a:r>
              <a:rPr lang="en-US" sz="3200" dirty="0"/>
              <a:t/>
            </a:r>
            <a:br>
              <a:rPr lang="en-US" sz="3200" dirty="0"/>
            </a:br>
            <a:r>
              <a:rPr lang="en-US" sz="3200" dirty="0"/>
              <a:t>shows tagged image anujyog1/</a:t>
            </a:r>
            <a:r>
              <a:rPr lang="en-US" sz="3200" dirty="0" err="1"/>
              <a:t>secondimage</a:t>
            </a:r>
            <a:r>
              <a:rPr lang="en-US" sz="3200" dirty="0"/>
              <a:t> </a:t>
            </a:r>
          </a:p>
        </p:txBody>
      </p:sp>
      <p:sp>
        <p:nvSpPr>
          <p:cNvPr id="3" name="Content Placeholder 2">
            <a:extLst>
              <a:ext uri="{FF2B5EF4-FFF2-40B4-BE49-F238E27FC236}">
                <a16:creationId xmlns="" xmlns:a16="http://schemas.microsoft.com/office/drawing/2014/main" id="{EC7043A3-B2C4-1B58-EC48-20FAA7D7E3B4}"/>
              </a:ext>
            </a:extLst>
          </p:cNvPr>
          <p:cNvSpPr>
            <a:spLocks noGrp="1"/>
          </p:cNvSpPr>
          <p:nvPr>
            <p:ph idx="1"/>
          </p:nvPr>
        </p:nvSpPr>
        <p:spPr/>
        <p:txBody>
          <a:bodyPr/>
          <a:lstStyle/>
          <a:p>
            <a:endParaRPr lang="en-US"/>
          </a:p>
        </p:txBody>
      </p:sp>
      <p:pic>
        <p:nvPicPr>
          <p:cNvPr id="9" name="Picture 8">
            <a:extLst>
              <a:ext uri="{FF2B5EF4-FFF2-40B4-BE49-F238E27FC236}">
                <a16:creationId xmlns="" xmlns:a16="http://schemas.microsoft.com/office/drawing/2014/main" id="{787CF683-9BE1-A117-23E4-81CBE80100B1}"/>
              </a:ext>
            </a:extLst>
          </p:cNvPr>
          <p:cNvPicPr>
            <a:picLocks noChangeAspect="1"/>
          </p:cNvPicPr>
          <p:nvPr/>
        </p:nvPicPr>
        <p:blipFill>
          <a:blip r:embed="rId2" cstate="print"/>
          <a:stretch>
            <a:fillRect/>
          </a:stretch>
        </p:blipFill>
        <p:spPr>
          <a:xfrm>
            <a:off x="323410" y="1772770"/>
            <a:ext cx="8715375" cy="4890175"/>
          </a:xfrm>
          <a:prstGeom prst="rect">
            <a:avLst/>
          </a:prstGeom>
        </p:spPr>
      </p:pic>
      <mc:AlternateContent xmlns:mc="http://schemas.openxmlformats.org/markup-compatibility/2006">
        <mc:Choice xmlns="" xmlns:p14="http://schemas.microsoft.com/office/powerpoint/2010/main" Requires="p14">
          <p:contentPart p14:bwMode="auto" r:id="rId3">
            <p14:nvContentPartPr>
              <p14:cNvPr id="11" name="Ink 10">
                <a:extLst>
                  <a:ext uri="{FF2B5EF4-FFF2-40B4-BE49-F238E27FC236}">
                    <a16:creationId xmlns:a16="http://schemas.microsoft.com/office/drawing/2014/main" id="{7B4EA8A2-F2AC-5FE9-0599-9B5AFC9A0461}"/>
                  </a:ext>
                </a:extLst>
              </p14:cNvPr>
              <p14:cNvContentPartPr/>
              <p14:nvPr/>
            </p14:nvContentPartPr>
            <p14:xfrm>
              <a:off x="178720" y="3505000"/>
              <a:ext cx="2657520" cy="335880"/>
            </p14:xfrm>
          </p:contentPart>
        </mc:Choice>
        <mc:Fallback>
          <p:pic>
            <p:nvPicPr>
              <p:cNvPr id="11" name="Ink 10">
                <a:extLst>
                  <a:ext uri="{FF2B5EF4-FFF2-40B4-BE49-F238E27FC236}">
                    <a16:creationId xmlns:p14="http://schemas.microsoft.com/office/powerpoint/2010/main" xmlns="" xmlns:a16="http://schemas.microsoft.com/office/drawing/2014/main" id="{7B4EA8A2-F2AC-5FE9-0599-9B5AFC9A0461}"/>
                  </a:ext>
                </a:extLst>
              </p:cNvPr>
              <p:cNvPicPr/>
              <p:nvPr/>
            </p:nvPicPr>
            <p:blipFill>
              <a:blip r:embed="rId4" cstate="print"/>
              <a:stretch>
                <a:fillRect/>
              </a:stretch>
            </p:blipFill>
            <p:spPr>
              <a:xfrm>
                <a:off x="170080" y="3496000"/>
                <a:ext cx="2675160" cy="353520"/>
              </a:xfrm>
              <a:prstGeom prst="rect">
                <a:avLst/>
              </a:prstGeom>
            </p:spPr>
          </p:pic>
        </mc:Fallback>
      </mc:AlternateContent>
    </p:spTree>
    <p:extLst>
      <p:ext uri="{BB962C8B-B14F-4D97-AF65-F5344CB8AC3E}">
        <p14:creationId xmlns="" xmlns:p14="http://schemas.microsoft.com/office/powerpoint/2010/main" val="105616583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946C66-91E7-8DA7-B45D-AF3F2831987E}"/>
              </a:ext>
            </a:extLst>
          </p:cNvPr>
          <p:cNvSpPr>
            <a:spLocks noGrp="1"/>
          </p:cNvSpPr>
          <p:nvPr>
            <p:ph type="title"/>
          </p:nvPr>
        </p:nvSpPr>
        <p:spPr/>
        <p:txBody>
          <a:bodyPr>
            <a:normAutofit/>
          </a:bodyPr>
          <a:lstStyle/>
          <a:p>
            <a:r>
              <a:rPr lang="en-US" dirty="0">
                <a:solidFill>
                  <a:srgbClr val="C00000"/>
                </a:solidFill>
              </a:rPr>
              <a:t>$ docker push anujyog1/</a:t>
            </a:r>
            <a:r>
              <a:rPr lang="en-US" dirty="0" err="1">
                <a:solidFill>
                  <a:srgbClr val="C00000"/>
                </a:solidFill>
              </a:rPr>
              <a:t>secondimage</a:t>
            </a:r>
            <a:r>
              <a:rPr lang="en-US" dirty="0">
                <a:solidFill>
                  <a:srgbClr val="C00000"/>
                </a:solidFill>
              </a:rPr>
              <a:t/>
            </a:r>
            <a:br>
              <a:rPr lang="en-US" dirty="0">
                <a:solidFill>
                  <a:srgbClr val="C00000"/>
                </a:solidFill>
              </a:rPr>
            </a:br>
            <a:r>
              <a:rPr lang="en-US" sz="3100" dirty="0"/>
              <a:t>Pushes image into docker repo with id anujyog1</a:t>
            </a:r>
          </a:p>
        </p:txBody>
      </p:sp>
      <p:pic>
        <p:nvPicPr>
          <p:cNvPr id="8" name="Content Placeholder 7">
            <a:extLst>
              <a:ext uri="{FF2B5EF4-FFF2-40B4-BE49-F238E27FC236}">
                <a16:creationId xmlns="" xmlns:a16="http://schemas.microsoft.com/office/drawing/2014/main" id="{E690FF8E-C0A3-AFE7-E275-C936F55F4747}"/>
              </a:ext>
            </a:extLst>
          </p:cNvPr>
          <p:cNvPicPr>
            <a:picLocks noGrp="1" noChangeAspect="1"/>
          </p:cNvPicPr>
          <p:nvPr>
            <p:ph idx="1"/>
          </p:nvPr>
        </p:nvPicPr>
        <p:blipFill>
          <a:blip r:embed="rId2" cstate="print"/>
          <a:stretch>
            <a:fillRect/>
          </a:stretch>
        </p:blipFill>
        <p:spPr>
          <a:xfrm>
            <a:off x="607647" y="2101316"/>
            <a:ext cx="7886700" cy="4096763"/>
          </a:xfrm>
        </p:spPr>
      </p:pic>
      <mc:AlternateContent xmlns:mc="http://schemas.openxmlformats.org/markup-compatibility/2006">
        <mc:Choice xmlns="" xmlns:p14="http://schemas.microsoft.com/office/powerpoint/2010/main" Requires="p14">
          <p:contentPart p14:bwMode="auto" r:id="rId3">
            <p14:nvContentPartPr>
              <p14:cNvPr id="4" name="Ink 3">
                <a:extLst>
                  <a:ext uri="{FF2B5EF4-FFF2-40B4-BE49-F238E27FC236}">
                    <a16:creationId xmlns:a16="http://schemas.microsoft.com/office/drawing/2014/main" id="{01D489B5-B4A9-1F12-8C44-D3FDB87AD173}"/>
                  </a:ext>
                </a:extLst>
              </p14:cNvPr>
              <p14:cNvContentPartPr/>
              <p14:nvPr/>
            </p14:nvContentPartPr>
            <p14:xfrm>
              <a:off x="1990960" y="659920"/>
              <a:ext cx="360" cy="360"/>
            </p14:xfrm>
          </p:contentPart>
        </mc:Choice>
        <mc:Fallback>
          <p:pic>
            <p:nvPicPr>
              <p:cNvPr id="4" name="Ink 3">
                <a:extLst>
                  <a:ext uri="{FF2B5EF4-FFF2-40B4-BE49-F238E27FC236}">
                    <a16:creationId xmlns:p14="http://schemas.microsoft.com/office/powerpoint/2010/main" xmlns="" xmlns:a16="http://schemas.microsoft.com/office/drawing/2014/main" id="{01D489B5-B4A9-1F12-8C44-D3FDB87AD173}"/>
                  </a:ext>
                </a:extLst>
              </p:cNvPr>
              <p:cNvPicPr/>
              <p:nvPr/>
            </p:nvPicPr>
            <p:blipFill>
              <a:blip r:embed="rId4" cstate="print"/>
              <a:stretch>
                <a:fillRect/>
              </a:stretch>
            </p:blipFill>
            <p:spPr>
              <a:xfrm>
                <a:off x="1982320" y="651280"/>
                <a:ext cx="18000" cy="18000"/>
              </a:xfrm>
              <a:prstGeom prst="rect">
                <a:avLst/>
              </a:prstGeom>
            </p:spPr>
          </p:pic>
        </mc:Fallback>
      </mc:AlternateContent>
    </p:spTree>
    <p:extLst>
      <p:ext uri="{BB962C8B-B14F-4D97-AF65-F5344CB8AC3E}">
        <p14:creationId xmlns="" xmlns:p14="http://schemas.microsoft.com/office/powerpoint/2010/main" val="30087645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5CC544-4321-75D0-F099-14C934C73B83}"/>
              </a:ext>
            </a:extLst>
          </p:cNvPr>
          <p:cNvSpPr>
            <a:spLocks noGrp="1"/>
          </p:cNvSpPr>
          <p:nvPr>
            <p:ph type="title"/>
          </p:nvPr>
        </p:nvSpPr>
        <p:spPr/>
        <p:txBody>
          <a:bodyPr>
            <a:normAutofit/>
          </a:bodyPr>
          <a:lstStyle/>
          <a:p>
            <a:r>
              <a:rPr lang="en-IN" sz="2800" dirty="0" err="1"/>
              <a:t>Goto</a:t>
            </a:r>
            <a:r>
              <a:rPr lang="en-IN" sz="2800" dirty="0"/>
              <a:t> docker hub account/repository. Now here no image with name anujyog1/</a:t>
            </a:r>
            <a:r>
              <a:rPr lang="en-IN" sz="2800" dirty="0" err="1"/>
              <a:t>secondimage</a:t>
            </a:r>
            <a:r>
              <a:rPr lang="en-IN" sz="2800" dirty="0"/>
              <a:t>. To get it press on refresh </a:t>
            </a:r>
            <a:endParaRPr lang="en-US" sz="2800" dirty="0"/>
          </a:p>
        </p:txBody>
      </p:sp>
      <p:pic>
        <p:nvPicPr>
          <p:cNvPr id="5" name="Content Placeholder 4">
            <a:extLst>
              <a:ext uri="{FF2B5EF4-FFF2-40B4-BE49-F238E27FC236}">
                <a16:creationId xmlns="" xmlns:a16="http://schemas.microsoft.com/office/drawing/2014/main" id="{9FE1A64C-73D0-B88C-66F6-EAFFE80FC3AC}"/>
              </a:ext>
            </a:extLst>
          </p:cNvPr>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704144" y="1825625"/>
            <a:ext cx="7735712" cy="4351338"/>
          </a:xfrm>
        </p:spPr>
      </p:pic>
    </p:spTree>
    <p:extLst>
      <p:ext uri="{BB962C8B-B14F-4D97-AF65-F5344CB8AC3E}">
        <p14:creationId xmlns="" xmlns:p14="http://schemas.microsoft.com/office/powerpoint/2010/main" val="29821159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C97CD3B-8254-4A01-D948-7A5225F0A4F2}"/>
              </a:ext>
            </a:extLst>
          </p:cNvPr>
          <p:cNvSpPr>
            <a:spLocks noGrp="1"/>
          </p:cNvSpPr>
          <p:nvPr>
            <p:ph type="title"/>
          </p:nvPr>
        </p:nvSpPr>
        <p:spPr>
          <a:xfrm>
            <a:off x="323410" y="274638"/>
            <a:ext cx="8229600" cy="998305"/>
          </a:xfrm>
        </p:spPr>
        <p:txBody>
          <a:bodyPr>
            <a:normAutofit/>
          </a:bodyPr>
          <a:lstStyle/>
          <a:p>
            <a:r>
              <a:rPr lang="en-IN" sz="3200" dirty="0"/>
              <a:t>After refreshing, press on anujyog1/</a:t>
            </a:r>
            <a:r>
              <a:rPr lang="en-IN" sz="3200" dirty="0" err="1"/>
              <a:t>secondimage</a:t>
            </a:r>
            <a:r>
              <a:rPr lang="en-IN" sz="3200" dirty="0"/>
              <a:t> and see next slide </a:t>
            </a:r>
            <a:endParaRPr lang="en-US" sz="3200" dirty="0"/>
          </a:p>
        </p:txBody>
      </p:sp>
      <p:sp>
        <p:nvSpPr>
          <p:cNvPr id="3" name="Content Placeholder 2">
            <a:extLst>
              <a:ext uri="{FF2B5EF4-FFF2-40B4-BE49-F238E27FC236}">
                <a16:creationId xmlns="" xmlns:a16="http://schemas.microsoft.com/office/drawing/2014/main" id="{CE1B5410-6FA7-B37D-DF9A-4573AF8BA9F9}"/>
              </a:ext>
            </a:extLst>
          </p:cNvPr>
          <p:cNvSpPr>
            <a:spLocks noGrp="1"/>
          </p:cNvSpPr>
          <p:nvPr>
            <p:ph idx="1"/>
          </p:nvPr>
        </p:nvSpPr>
        <p:spPr/>
        <p:txBody>
          <a:bodyPr/>
          <a:lstStyle/>
          <a:p>
            <a:endParaRPr lang="en-US"/>
          </a:p>
        </p:txBody>
      </p:sp>
      <p:pic>
        <p:nvPicPr>
          <p:cNvPr id="5" name="Picture 4">
            <a:extLst>
              <a:ext uri="{FF2B5EF4-FFF2-40B4-BE49-F238E27FC236}">
                <a16:creationId xmlns="" xmlns:a16="http://schemas.microsoft.com/office/drawing/2014/main" id="{BD3BEFA5-5489-0313-220F-54C723704BC7}"/>
              </a:ext>
            </a:extLst>
          </p:cNvPr>
          <p:cNvPicPr>
            <a:picLocks noChangeAspect="1"/>
          </p:cNvPicPr>
          <p:nvPr/>
        </p:nvPicPr>
        <p:blipFill>
          <a:blip r:embed="rId2" cstate="print"/>
          <a:stretch>
            <a:fillRect/>
          </a:stretch>
        </p:blipFill>
        <p:spPr>
          <a:xfrm>
            <a:off x="59250" y="1547580"/>
            <a:ext cx="9121390" cy="5035782"/>
          </a:xfrm>
          <a:prstGeom prst="rect">
            <a:avLst/>
          </a:prstGeom>
        </p:spPr>
      </p:pic>
    </p:spTree>
    <p:extLst>
      <p:ext uri="{BB962C8B-B14F-4D97-AF65-F5344CB8AC3E}">
        <p14:creationId xmlns="" xmlns:p14="http://schemas.microsoft.com/office/powerpoint/2010/main" val="12480442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ED9A4F-2C33-C55D-C0EB-E1048458B9D8}"/>
              </a:ext>
            </a:extLst>
          </p:cNvPr>
          <p:cNvSpPr>
            <a:spLocks noGrp="1"/>
          </p:cNvSpPr>
          <p:nvPr>
            <p:ph type="title"/>
          </p:nvPr>
        </p:nvSpPr>
        <p:spPr/>
        <p:txBody>
          <a:bodyPr>
            <a:normAutofit/>
          </a:bodyPr>
          <a:lstStyle/>
          <a:p>
            <a:r>
              <a:rPr lang="en-IN" sz="3200" dirty="0"/>
              <a:t>Here shows image pushed</a:t>
            </a:r>
            <a:endParaRPr lang="en-US" sz="3200" dirty="0"/>
          </a:p>
        </p:txBody>
      </p:sp>
      <p:pic>
        <p:nvPicPr>
          <p:cNvPr id="5" name="Content Placeholder 4">
            <a:extLst>
              <a:ext uri="{FF2B5EF4-FFF2-40B4-BE49-F238E27FC236}">
                <a16:creationId xmlns="" xmlns:a16="http://schemas.microsoft.com/office/drawing/2014/main" id="{5E624DF6-E1A5-A64B-7592-9ED6C9C0D895}"/>
              </a:ext>
            </a:extLst>
          </p:cNvPr>
          <p:cNvPicPr>
            <a:picLocks noGrp="1" noChangeAspect="1"/>
          </p:cNvPicPr>
          <p:nvPr>
            <p:ph idx="1"/>
          </p:nvPr>
        </p:nvPicPr>
        <p:blipFill>
          <a:blip r:embed="rId2" cstate="print"/>
          <a:stretch>
            <a:fillRect/>
          </a:stretch>
        </p:blipFill>
        <p:spPr>
          <a:xfrm>
            <a:off x="628650" y="1912551"/>
            <a:ext cx="7886700" cy="4177486"/>
          </a:xfrm>
        </p:spPr>
      </p:pic>
    </p:spTree>
    <p:extLst>
      <p:ext uri="{BB962C8B-B14F-4D97-AF65-F5344CB8AC3E}">
        <p14:creationId xmlns="" xmlns:p14="http://schemas.microsoft.com/office/powerpoint/2010/main" val="23912315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3B323C-8FDB-4605-9905-E43E0808A663}"/>
              </a:ext>
            </a:extLst>
          </p:cNvPr>
          <p:cNvSpPr>
            <a:spLocks noGrp="1"/>
          </p:cNvSpPr>
          <p:nvPr>
            <p:ph type="title"/>
          </p:nvPr>
        </p:nvSpPr>
        <p:spPr/>
        <p:txBody>
          <a:bodyPr>
            <a:normAutofit fontScale="90000"/>
          </a:bodyPr>
          <a:lstStyle/>
          <a:p>
            <a:r>
              <a:rPr lang="en-IN" sz="4400" dirty="0"/>
              <a:t>Here one can press on tag, or share this image using command pull</a:t>
            </a:r>
            <a:endParaRPr lang="en-US" dirty="0"/>
          </a:p>
        </p:txBody>
      </p:sp>
      <p:pic>
        <p:nvPicPr>
          <p:cNvPr id="5" name="Content Placeholder 4">
            <a:extLst>
              <a:ext uri="{FF2B5EF4-FFF2-40B4-BE49-F238E27FC236}">
                <a16:creationId xmlns="" xmlns:a16="http://schemas.microsoft.com/office/drawing/2014/main" id="{966A2DB0-F6AE-8FE1-0CE1-E699DCFC5754}"/>
              </a:ext>
            </a:extLst>
          </p:cNvPr>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704144" y="1825625"/>
            <a:ext cx="7735712" cy="4351338"/>
          </a:xfrm>
        </p:spPr>
      </p:pic>
    </p:spTree>
    <p:extLst>
      <p:ext uri="{BB962C8B-B14F-4D97-AF65-F5344CB8AC3E}">
        <p14:creationId xmlns="" xmlns:p14="http://schemas.microsoft.com/office/powerpoint/2010/main" val="28310780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F59114-28AF-EC32-9008-135D6D14B56E}"/>
              </a:ext>
            </a:extLst>
          </p:cNvPr>
          <p:cNvSpPr>
            <a:spLocks noGrp="1"/>
          </p:cNvSpPr>
          <p:nvPr>
            <p:ph type="title"/>
          </p:nvPr>
        </p:nvSpPr>
        <p:spPr/>
        <p:txBody>
          <a:bodyPr>
            <a:normAutofit/>
          </a:bodyPr>
          <a:lstStyle/>
          <a:p>
            <a:r>
              <a:rPr lang="en-IN" sz="3600" dirty="0"/>
              <a:t>Exercise 6. </a:t>
            </a:r>
            <a:r>
              <a:rPr lang="en-IN" sz="3600" dirty="0">
                <a:effectLst/>
                <a:latin typeface="Calibri" panose="020F0502020204030204" pitchFamily="34" charset="0"/>
                <a:ea typeface="Calibri" panose="020F0502020204030204" pitchFamily="34" charset="0"/>
                <a:cs typeface="Times New Roman" panose="02020603050405020304" pitchFamily="18" charset="0"/>
              </a:rPr>
              <a:t>Pulling </a:t>
            </a:r>
            <a:r>
              <a:rPr lang="en-IN" sz="3600" dirty="0" smtClean="0">
                <a:effectLst/>
                <a:latin typeface="Calibri" panose="020F0502020204030204" pitchFamily="34" charset="0"/>
                <a:ea typeface="Calibri" panose="020F0502020204030204" pitchFamily="34" charset="0"/>
                <a:cs typeface="Times New Roman" panose="02020603050405020304" pitchFamily="18" charset="0"/>
              </a:rPr>
              <a:t>pushed </a:t>
            </a:r>
            <a:r>
              <a:rPr lang="en-IN" sz="3600" dirty="0">
                <a:effectLst/>
                <a:latin typeface="Calibri" panose="020F0502020204030204" pitchFamily="34" charset="0"/>
                <a:ea typeface="Calibri" panose="020F0502020204030204" pitchFamily="34" charset="0"/>
                <a:cs typeface="Times New Roman" panose="02020603050405020304" pitchFamily="18" charset="0"/>
              </a:rPr>
              <a:t>image, running that image, executing in interactive mode</a:t>
            </a:r>
            <a:r>
              <a:rPr lang="en-IN" sz="3600" dirty="0"/>
              <a:t> </a:t>
            </a:r>
            <a:endParaRPr lang="en-US" sz="3600" dirty="0"/>
          </a:p>
        </p:txBody>
      </p:sp>
      <p:sp>
        <p:nvSpPr>
          <p:cNvPr id="3" name="Content Placeholder 2">
            <a:extLst>
              <a:ext uri="{FF2B5EF4-FFF2-40B4-BE49-F238E27FC236}">
                <a16:creationId xmlns="" xmlns:a16="http://schemas.microsoft.com/office/drawing/2014/main" id="{97873E87-6418-2D84-9566-33EBDE4B619E}"/>
              </a:ext>
            </a:extLst>
          </p:cNvPr>
          <p:cNvSpPr>
            <a:spLocks noGrp="1"/>
          </p:cNvSpPr>
          <p:nvPr>
            <p:ph idx="1"/>
          </p:nvPr>
        </p:nvSpPr>
        <p:spPr/>
        <p:txBody>
          <a:bodyPr/>
          <a:lstStyle/>
          <a:p>
            <a:pPr marL="0" indent="0">
              <a:buNone/>
            </a:pPr>
            <a:r>
              <a:rPr lang="en-IN" dirty="0" err="1"/>
              <a:t>Goto</a:t>
            </a:r>
            <a:r>
              <a:rPr lang="en-IN" dirty="0"/>
              <a:t> docker hub and copy pull command </a:t>
            </a:r>
            <a:endParaRPr lang="en-US" dirty="0"/>
          </a:p>
        </p:txBody>
      </p:sp>
      <p:pic>
        <p:nvPicPr>
          <p:cNvPr id="4" name="Picture 3">
            <a:extLst>
              <a:ext uri="{FF2B5EF4-FFF2-40B4-BE49-F238E27FC236}">
                <a16:creationId xmlns="" xmlns:a16="http://schemas.microsoft.com/office/drawing/2014/main" id="{2B3D0F19-71A5-5DDD-8D89-E4AE89EE9719}"/>
              </a:ext>
            </a:extLst>
          </p:cNvPr>
          <p:cNvPicPr>
            <a:picLocks noChangeAspect="1"/>
          </p:cNvPicPr>
          <p:nvPr/>
        </p:nvPicPr>
        <p:blipFill>
          <a:blip r:embed="rId2" cstate="print"/>
          <a:stretch>
            <a:fillRect/>
          </a:stretch>
        </p:blipFill>
        <p:spPr>
          <a:xfrm>
            <a:off x="323410" y="2356548"/>
            <a:ext cx="8497180" cy="4168882"/>
          </a:xfrm>
          <a:prstGeom prst="rect">
            <a:avLst/>
          </a:prstGeom>
        </p:spPr>
      </p:pic>
      <mc:AlternateContent xmlns:mc="http://schemas.openxmlformats.org/markup-compatibility/2006">
        <mc:Choice xmlns="" xmlns:p14="http://schemas.microsoft.com/office/powerpoint/2010/main" Requires="p14">
          <p:contentPart p14:bwMode="auto" r:id="rId3">
            <p14:nvContentPartPr>
              <p14:cNvPr id="8" name="Ink 7">
                <a:extLst>
                  <a:ext uri="{FF2B5EF4-FFF2-40B4-BE49-F238E27FC236}">
                    <a16:creationId xmlns:a16="http://schemas.microsoft.com/office/drawing/2014/main" id="{D51381CD-5282-B83D-EBBF-F909768CF848}"/>
                  </a:ext>
                </a:extLst>
              </p14:cNvPr>
              <p14:cNvContentPartPr/>
              <p14:nvPr/>
            </p14:nvContentPartPr>
            <p14:xfrm>
              <a:off x="5364160" y="2143120"/>
              <a:ext cx="1334160" cy="3310200"/>
            </p14:xfrm>
          </p:contentPart>
        </mc:Choice>
        <mc:Fallback>
          <p:pic>
            <p:nvPicPr>
              <p:cNvPr id="8" name="Ink 7">
                <a:extLst>
                  <a:ext uri="{FF2B5EF4-FFF2-40B4-BE49-F238E27FC236}">
                    <a16:creationId xmlns:p14="http://schemas.microsoft.com/office/powerpoint/2010/main" xmlns="" xmlns:a16="http://schemas.microsoft.com/office/drawing/2014/main" id="{D51381CD-5282-B83D-EBBF-F909768CF848}"/>
                  </a:ext>
                </a:extLst>
              </p:cNvPr>
              <p:cNvPicPr/>
              <p:nvPr/>
            </p:nvPicPr>
            <p:blipFill>
              <a:blip r:embed="rId4" cstate="print"/>
              <a:stretch>
                <a:fillRect/>
              </a:stretch>
            </p:blipFill>
            <p:spPr>
              <a:xfrm>
                <a:off x="5355160" y="2134480"/>
                <a:ext cx="1351800" cy="3327840"/>
              </a:xfrm>
              <a:prstGeom prst="rect">
                <a:avLst/>
              </a:prstGeom>
            </p:spPr>
          </p:pic>
        </mc:Fallback>
      </mc:AlternateContent>
      <mc:AlternateContent xmlns:mc="http://schemas.openxmlformats.org/markup-compatibility/2006">
        <mc:Choice xmlns="" xmlns:p14="http://schemas.microsoft.com/office/powerpoint/2010/main" Requires="p14">
          <p:contentPart p14:bwMode="auto" r:id="rId5">
            <p14:nvContentPartPr>
              <p14:cNvPr id="9" name="Ink 8">
                <a:extLst>
                  <a:ext uri="{FF2B5EF4-FFF2-40B4-BE49-F238E27FC236}">
                    <a16:creationId xmlns:a16="http://schemas.microsoft.com/office/drawing/2014/main" id="{5596AC10-C0FC-D62B-28EB-BC5E0071A256}"/>
                  </a:ext>
                </a:extLst>
              </p14:cNvPr>
              <p14:cNvContentPartPr/>
              <p14:nvPr/>
            </p14:nvContentPartPr>
            <p14:xfrm>
              <a:off x="6709480" y="5444680"/>
              <a:ext cx="6480" cy="31680"/>
            </p14:xfrm>
          </p:contentPart>
        </mc:Choice>
        <mc:Fallback>
          <p:pic>
            <p:nvPicPr>
              <p:cNvPr id="9" name="Ink 8">
                <a:extLst>
                  <a:ext uri="{FF2B5EF4-FFF2-40B4-BE49-F238E27FC236}">
                    <a16:creationId xmlns:p14="http://schemas.microsoft.com/office/powerpoint/2010/main" xmlns="" xmlns:a16="http://schemas.microsoft.com/office/drawing/2014/main" id="{5596AC10-C0FC-D62B-28EB-BC5E0071A256}"/>
                  </a:ext>
                </a:extLst>
              </p:cNvPr>
              <p:cNvPicPr/>
              <p:nvPr/>
            </p:nvPicPr>
            <p:blipFill>
              <a:blip r:embed="rId6" cstate="print"/>
              <a:stretch>
                <a:fillRect/>
              </a:stretch>
            </p:blipFill>
            <p:spPr>
              <a:xfrm>
                <a:off x="6700480" y="5435680"/>
                <a:ext cx="24120" cy="49320"/>
              </a:xfrm>
              <a:prstGeom prst="rect">
                <a:avLst/>
              </a:prstGeom>
            </p:spPr>
          </p:pic>
        </mc:Fallback>
      </mc:AlternateContent>
      <mc:AlternateContent xmlns:mc="http://schemas.openxmlformats.org/markup-compatibility/2006">
        <mc:Choice xmlns="" xmlns:p14="http://schemas.microsoft.com/office/powerpoint/2010/main" Requires="p14">
          <p:contentPart p14:bwMode="auto" r:id="rId7">
            <p14:nvContentPartPr>
              <p14:cNvPr id="11" name="Ink 10">
                <a:extLst>
                  <a:ext uri="{FF2B5EF4-FFF2-40B4-BE49-F238E27FC236}">
                    <a16:creationId xmlns:a16="http://schemas.microsoft.com/office/drawing/2014/main" id="{3855DA77-039D-7649-5DE9-36DF395C3BDD}"/>
                  </a:ext>
                </a:extLst>
              </p14:cNvPr>
              <p14:cNvContentPartPr/>
              <p14:nvPr/>
            </p14:nvContentPartPr>
            <p14:xfrm>
              <a:off x="6685000" y="5424880"/>
              <a:ext cx="360" cy="360"/>
            </p14:xfrm>
          </p:contentPart>
        </mc:Choice>
        <mc:Fallback>
          <p:pic>
            <p:nvPicPr>
              <p:cNvPr id="11" name="Ink 10">
                <a:extLst>
                  <a:ext uri="{FF2B5EF4-FFF2-40B4-BE49-F238E27FC236}">
                    <a16:creationId xmlns:p14="http://schemas.microsoft.com/office/powerpoint/2010/main" xmlns="" xmlns:a16="http://schemas.microsoft.com/office/drawing/2014/main" id="{3855DA77-039D-7649-5DE9-36DF395C3BDD}"/>
                  </a:ext>
                </a:extLst>
              </p:cNvPr>
              <p:cNvPicPr/>
              <p:nvPr/>
            </p:nvPicPr>
            <p:blipFill>
              <a:blip r:embed="rId8" cstate="print"/>
              <a:stretch>
                <a:fillRect/>
              </a:stretch>
            </p:blipFill>
            <p:spPr>
              <a:xfrm>
                <a:off x="6676000" y="5415880"/>
                <a:ext cx="18000" cy="18000"/>
              </a:xfrm>
              <a:prstGeom prst="rect">
                <a:avLst/>
              </a:prstGeom>
            </p:spPr>
          </p:pic>
        </mc:Fallback>
      </mc:AlternateContent>
    </p:spTree>
    <p:extLst>
      <p:ext uri="{BB962C8B-B14F-4D97-AF65-F5344CB8AC3E}">
        <p14:creationId xmlns="" xmlns:p14="http://schemas.microsoft.com/office/powerpoint/2010/main" val="176949383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C70362-DF10-3ED5-D797-44BDD6DE17BA}"/>
              </a:ext>
            </a:extLst>
          </p:cNvPr>
          <p:cNvSpPr>
            <a:spLocks noGrp="1"/>
          </p:cNvSpPr>
          <p:nvPr>
            <p:ph type="title"/>
          </p:nvPr>
        </p:nvSpPr>
        <p:spPr>
          <a:xfrm>
            <a:off x="457200" y="47890"/>
            <a:ext cx="8229600" cy="2444980"/>
          </a:xfrm>
        </p:spPr>
        <p:txBody>
          <a:bodyPr>
            <a:normAutofit/>
          </a:bodyPr>
          <a:lstStyle/>
          <a:p>
            <a:r>
              <a:rPr lang="en-IN" sz="2800" dirty="0"/>
              <a:t>Open another terminal in Visual Studio Code</a:t>
            </a:r>
            <a:br>
              <a:rPr lang="en-IN" sz="2800" dirty="0"/>
            </a:br>
            <a:r>
              <a:rPr lang="en-US" sz="2800" dirty="0"/>
              <a:t>Paste Pull command</a:t>
            </a:r>
            <a:br>
              <a:rPr lang="en-US" sz="2800" dirty="0"/>
            </a:br>
            <a:r>
              <a:rPr lang="en-US" sz="2800" dirty="0"/>
              <a:t> (</a:t>
            </a:r>
            <a:r>
              <a:rPr lang="en-US" sz="2800" dirty="0">
                <a:highlight>
                  <a:srgbClr val="FFFF00"/>
                </a:highlight>
              </a:rPr>
              <a:t>PS C:\Users\SHRADHA\OneDrive\Desktop\tomcatfile&gt; docker pull anujyog1/</a:t>
            </a:r>
            <a:r>
              <a:rPr lang="en-US" sz="2800" dirty="0" err="1">
                <a:highlight>
                  <a:srgbClr val="FFFF00"/>
                </a:highlight>
              </a:rPr>
              <a:t>secondimage:latest</a:t>
            </a:r>
            <a:r>
              <a:rPr lang="en-US" sz="2800" dirty="0"/>
              <a:t>)</a:t>
            </a:r>
            <a:br>
              <a:rPr lang="en-US" sz="2800" dirty="0"/>
            </a:br>
            <a:endParaRPr lang="en-US" sz="2800" dirty="0"/>
          </a:p>
        </p:txBody>
      </p:sp>
      <p:sp>
        <p:nvSpPr>
          <p:cNvPr id="3" name="Content Placeholder 2">
            <a:extLst>
              <a:ext uri="{FF2B5EF4-FFF2-40B4-BE49-F238E27FC236}">
                <a16:creationId xmlns="" xmlns:a16="http://schemas.microsoft.com/office/drawing/2014/main" id="{FECB5587-8DBD-5F66-FAE6-11E09634B4E1}"/>
              </a:ext>
            </a:extLst>
          </p:cNvPr>
          <p:cNvSpPr>
            <a:spLocks noGrp="1"/>
          </p:cNvSpPr>
          <p:nvPr>
            <p:ph idx="1"/>
          </p:nvPr>
        </p:nvSpPr>
        <p:spPr/>
        <p:txBody>
          <a:bodyPr/>
          <a:lstStyle/>
          <a:p>
            <a:pPr marL="0" indent="0" algn="r">
              <a:buNone/>
            </a:pPr>
            <a:endParaRPr lang="en-US" dirty="0"/>
          </a:p>
          <a:p>
            <a:endParaRPr lang="en-US" dirty="0"/>
          </a:p>
        </p:txBody>
      </p:sp>
      <mc:AlternateContent xmlns:mc="http://schemas.openxmlformats.org/markup-compatibility/2006">
        <mc:Choice xmlns="" xmlns:p14="http://schemas.microsoft.com/office/powerpoint/2010/main" Requires="p14">
          <p:contentPart p14:bwMode="auto" r:id="rId3">
            <p14:nvContentPartPr>
              <p14:cNvPr id="7" name="Ink 6">
                <a:extLst>
                  <a:ext uri="{FF2B5EF4-FFF2-40B4-BE49-F238E27FC236}">
                    <a16:creationId xmlns:a16="http://schemas.microsoft.com/office/drawing/2014/main" id="{FBE3D54A-D787-17CA-4EA7-B3A4909F3CBF}"/>
                  </a:ext>
                </a:extLst>
              </p14:cNvPr>
              <p14:cNvContentPartPr/>
              <p14:nvPr/>
            </p14:nvContentPartPr>
            <p14:xfrm>
              <a:off x="2590720" y="2519320"/>
              <a:ext cx="360" cy="360"/>
            </p14:xfrm>
          </p:contentPart>
        </mc:Choice>
        <mc:Fallback>
          <p:pic>
            <p:nvPicPr>
              <p:cNvPr id="7" name="Ink 6">
                <a:extLst>
                  <a:ext uri="{FF2B5EF4-FFF2-40B4-BE49-F238E27FC236}">
                    <a16:creationId xmlns:p14="http://schemas.microsoft.com/office/powerpoint/2010/main" xmlns="" xmlns:a16="http://schemas.microsoft.com/office/drawing/2014/main" id="{FBE3D54A-D787-17CA-4EA7-B3A4909F3CBF}"/>
                  </a:ext>
                </a:extLst>
              </p:cNvPr>
              <p:cNvPicPr/>
              <p:nvPr/>
            </p:nvPicPr>
            <p:blipFill>
              <a:blip r:embed="rId4" cstate="print"/>
              <a:stretch>
                <a:fillRect/>
              </a:stretch>
            </p:blipFill>
            <p:spPr>
              <a:xfrm>
                <a:off x="2581720" y="25106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5">
            <p14:nvContentPartPr>
              <p14:cNvPr id="9" name="Ink 8">
                <a:extLst>
                  <a:ext uri="{FF2B5EF4-FFF2-40B4-BE49-F238E27FC236}">
                    <a16:creationId xmlns:a16="http://schemas.microsoft.com/office/drawing/2014/main" id="{A721A6A0-3B69-1227-88A7-1F12D603A0A3}"/>
                  </a:ext>
                </a:extLst>
              </p14:cNvPr>
              <p14:cNvContentPartPr/>
              <p14:nvPr/>
            </p14:nvContentPartPr>
            <p14:xfrm>
              <a:off x="4886800" y="3017200"/>
              <a:ext cx="360" cy="360"/>
            </p14:xfrm>
          </p:contentPart>
        </mc:Choice>
        <mc:Fallback>
          <p:pic>
            <p:nvPicPr>
              <p:cNvPr id="9" name="Ink 8">
                <a:extLst>
                  <a:ext uri="{FF2B5EF4-FFF2-40B4-BE49-F238E27FC236}">
                    <a16:creationId xmlns:p14="http://schemas.microsoft.com/office/powerpoint/2010/main" xmlns="" xmlns:a16="http://schemas.microsoft.com/office/drawing/2014/main" id="{A721A6A0-3B69-1227-88A7-1F12D603A0A3}"/>
                  </a:ext>
                </a:extLst>
              </p:cNvPr>
              <p:cNvPicPr/>
              <p:nvPr/>
            </p:nvPicPr>
            <p:blipFill>
              <a:blip r:embed="rId4" cstate="print"/>
              <a:stretch>
                <a:fillRect/>
              </a:stretch>
            </p:blipFill>
            <p:spPr>
              <a:xfrm>
                <a:off x="4877800" y="3008200"/>
                <a:ext cx="18000" cy="18000"/>
              </a:xfrm>
              <a:prstGeom prst="rect">
                <a:avLst/>
              </a:prstGeom>
            </p:spPr>
          </p:pic>
        </mc:Fallback>
      </mc:AlternateContent>
      <p:grpSp>
        <p:nvGrpSpPr>
          <p:cNvPr id="13" name="Group 12">
            <a:extLst>
              <a:ext uri="{FF2B5EF4-FFF2-40B4-BE49-F238E27FC236}">
                <a16:creationId xmlns="" xmlns:a16="http://schemas.microsoft.com/office/drawing/2014/main" id="{D5B115FE-0EBC-E62A-5D79-7F8FE640EFE1}"/>
              </a:ext>
            </a:extLst>
          </p:cNvPr>
          <p:cNvGrpSpPr/>
          <p:nvPr/>
        </p:nvGrpSpPr>
        <p:grpSpPr>
          <a:xfrm>
            <a:off x="4124680" y="741280"/>
            <a:ext cx="360" cy="360"/>
            <a:chOff x="4124680" y="741280"/>
            <a:chExt cx="360" cy="360"/>
          </a:xfrm>
        </p:grpSpPr>
        <mc:AlternateContent xmlns:mc="http://schemas.openxmlformats.org/markup-compatibility/2006">
          <mc:Choice xmlns="" xmlns:p14="http://schemas.microsoft.com/office/powerpoint/2010/main" Requires="p14">
            <p:contentPart p14:bwMode="auto" r:id="rId6">
              <p14:nvContentPartPr>
                <p14:cNvPr id="10" name="Ink 9">
                  <a:extLst>
                    <a:ext uri="{FF2B5EF4-FFF2-40B4-BE49-F238E27FC236}">
                      <a16:creationId xmlns:a16="http://schemas.microsoft.com/office/drawing/2014/main" id="{5C6BDBC5-A43B-4700-F983-38ECA75C4BB1}"/>
                    </a:ext>
                  </a:extLst>
                </p14:cNvPr>
                <p14:cNvContentPartPr/>
                <p14:nvPr/>
              </p14:nvContentPartPr>
              <p14:xfrm>
                <a:off x="4124680" y="741280"/>
                <a:ext cx="360" cy="360"/>
              </p14:xfrm>
            </p:contentPart>
          </mc:Choice>
          <mc:Fallback>
            <p:pic>
              <p:nvPicPr>
                <p:cNvPr id="10" name="Ink 9">
                  <a:extLst>
                    <a:ext uri="{FF2B5EF4-FFF2-40B4-BE49-F238E27FC236}">
                      <a16:creationId xmlns:p14="http://schemas.microsoft.com/office/powerpoint/2010/main" xmlns="" xmlns:a16="http://schemas.microsoft.com/office/drawing/2014/main" id="{5C6BDBC5-A43B-4700-F983-38ECA75C4BB1}"/>
                    </a:ext>
                  </a:extLst>
                </p:cNvPr>
                <p:cNvPicPr/>
                <p:nvPr/>
              </p:nvPicPr>
              <p:blipFill>
                <a:blip r:embed="rId4" cstate="print"/>
                <a:stretch>
                  <a:fillRect/>
                </a:stretch>
              </p:blipFill>
              <p:spPr>
                <a:xfrm>
                  <a:off x="4115680" y="7322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7">
              <p14:nvContentPartPr>
                <p14:cNvPr id="11" name="Ink 10">
                  <a:extLst>
                    <a:ext uri="{FF2B5EF4-FFF2-40B4-BE49-F238E27FC236}">
                      <a16:creationId xmlns:a16="http://schemas.microsoft.com/office/drawing/2014/main" id="{A1105D4E-4D40-9CB0-D19C-CE81B61E20A6}"/>
                    </a:ext>
                  </a:extLst>
                </p14:cNvPr>
                <p14:cNvContentPartPr/>
                <p14:nvPr/>
              </p14:nvContentPartPr>
              <p14:xfrm>
                <a:off x="4124680" y="741280"/>
                <a:ext cx="360" cy="360"/>
              </p14:xfrm>
            </p:contentPart>
          </mc:Choice>
          <mc:Fallback>
            <p:pic>
              <p:nvPicPr>
                <p:cNvPr id="11" name="Ink 10">
                  <a:extLst>
                    <a:ext uri="{FF2B5EF4-FFF2-40B4-BE49-F238E27FC236}">
                      <a16:creationId xmlns:p14="http://schemas.microsoft.com/office/powerpoint/2010/main" xmlns="" xmlns:a16="http://schemas.microsoft.com/office/drawing/2014/main" id="{A1105D4E-4D40-9CB0-D19C-CE81B61E20A6}"/>
                    </a:ext>
                  </a:extLst>
                </p:cNvPr>
                <p:cNvPicPr/>
                <p:nvPr/>
              </p:nvPicPr>
              <p:blipFill>
                <a:blip r:embed="rId4" cstate="print"/>
                <a:stretch>
                  <a:fillRect/>
                </a:stretch>
              </p:blipFill>
              <p:spPr>
                <a:xfrm>
                  <a:off x="4115680" y="7322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8">
              <p14:nvContentPartPr>
                <p14:cNvPr id="12" name="Ink 11">
                  <a:extLst>
                    <a:ext uri="{FF2B5EF4-FFF2-40B4-BE49-F238E27FC236}">
                      <a16:creationId xmlns:a16="http://schemas.microsoft.com/office/drawing/2014/main" id="{09F6D6B5-443B-24D1-D621-6F0C9203244D}"/>
                    </a:ext>
                  </a:extLst>
                </p14:cNvPr>
                <p14:cNvContentPartPr/>
                <p14:nvPr/>
              </p14:nvContentPartPr>
              <p14:xfrm>
                <a:off x="4124680" y="741280"/>
                <a:ext cx="360" cy="360"/>
              </p14:xfrm>
            </p:contentPart>
          </mc:Choice>
          <mc:Fallback>
            <p:pic>
              <p:nvPicPr>
                <p:cNvPr id="12" name="Ink 11">
                  <a:extLst>
                    <a:ext uri="{FF2B5EF4-FFF2-40B4-BE49-F238E27FC236}">
                      <a16:creationId xmlns:p14="http://schemas.microsoft.com/office/powerpoint/2010/main" xmlns="" xmlns:a16="http://schemas.microsoft.com/office/drawing/2014/main" id="{09F6D6B5-443B-24D1-D621-6F0C9203244D}"/>
                    </a:ext>
                  </a:extLst>
                </p:cNvPr>
                <p:cNvPicPr/>
                <p:nvPr/>
              </p:nvPicPr>
              <p:blipFill>
                <a:blip r:embed="rId4" cstate="print"/>
                <a:stretch>
                  <a:fillRect/>
                </a:stretch>
              </p:blipFill>
              <p:spPr>
                <a:xfrm>
                  <a:off x="4115680" y="732280"/>
                  <a:ext cx="18000" cy="18000"/>
                </a:xfrm>
                <a:prstGeom prst="rect">
                  <a:avLst/>
                </a:prstGeom>
              </p:spPr>
            </p:pic>
          </mc:Fallback>
        </mc:AlternateContent>
      </p:grpSp>
      <mc:AlternateContent xmlns:mc="http://schemas.openxmlformats.org/markup-compatibility/2006">
        <mc:Choice xmlns="" xmlns:p14="http://schemas.microsoft.com/office/powerpoint/2010/main" Requires="p14">
          <p:contentPart p14:bwMode="auto" r:id="rId9">
            <p14:nvContentPartPr>
              <p14:cNvPr id="14" name="Ink 13">
                <a:extLst>
                  <a:ext uri="{FF2B5EF4-FFF2-40B4-BE49-F238E27FC236}">
                    <a16:creationId xmlns:a16="http://schemas.microsoft.com/office/drawing/2014/main" id="{9CBB7213-BC77-595C-1B49-DE85183DFC4B}"/>
                  </a:ext>
                </a:extLst>
              </p14:cNvPr>
              <p14:cNvContentPartPr/>
              <p14:nvPr/>
            </p14:nvContentPartPr>
            <p14:xfrm>
              <a:off x="6623800" y="730840"/>
              <a:ext cx="360" cy="360"/>
            </p14:xfrm>
          </p:contentPart>
        </mc:Choice>
        <mc:Fallback>
          <p:pic>
            <p:nvPicPr>
              <p:cNvPr id="14" name="Ink 13">
                <a:extLst>
                  <a:ext uri="{FF2B5EF4-FFF2-40B4-BE49-F238E27FC236}">
                    <a16:creationId xmlns:p14="http://schemas.microsoft.com/office/powerpoint/2010/main" xmlns="" xmlns:a16="http://schemas.microsoft.com/office/drawing/2014/main" id="{9CBB7213-BC77-595C-1B49-DE85183DFC4B}"/>
                  </a:ext>
                </a:extLst>
              </p:cNvPr>
              <p:cNvPicPr/>
              <p:nvPr/>
            </p:nvPicPr>
            <p:blipFill>
              <a:blip r:embed="rId4" cstate="print"/>
              <a:stretch>
                <a:fillRect/>
              </a:stretch>
            </p:blipFill>
            <p:spPr>
              <a:xfrm>
                <a:off x="6615160" y="722200"/>
                <a:ext cx="18000" cy="18000"/>
              </a:xfrm>
              <a:prstGeom prst="rect">
                <a:avLst/>
              </a:prstGeom>
            </p:spPr>
          </p:pic>
        </mc:Fallback>
      </mc:AlternateContent>
      <p:pic>
        <p:nvPicPr>
          <p:cNvPr id="16" name="Picture 15">
            <a:extLst>
              <a:ext uri="{FF2B5EF4-FFF2-40B4-BE49-F238E27FC236}">
                <a16:creationId xmlns="" xmlns:a16="http://schemas.microsoft.com/office/drawing/2014/main" id="{83AD3833-266B-8173-D992-270FB206764E}"/>
              </a:ext>
            </a:extLst>
          </p:cNvPr>
          <p:cNvPicPr>
            <a:picLocks noChangeAspect="1"/>
          </p:cNvPicPr>
          <p:nvPr/>
        </p:nvPicPr>
        <p:blipFill>
          <a:blip r:embed="rId10" cstate="print"/>
          <a:stretch>
            <a:fillRect/>
          </a:stretch>
        </p:blipFill>
        <p:spPr>
          <a:xfrm>
            <a:off x="457200" y="2534810"/>
            <a:ext cx="8229600" cy="3990620"/>
          </a:xfrm>
          <a:prstGeom prst="rect">
            <a:avLst/>
          </a:prstGeom>
        </p:spPr>
      </p:pic>
      <p:pic>
        <p:nvPicPr>
          <p:cNvPr id="17" name="Ink 16">
            <a:extLst>
              <a:ext uri="{FF2B5EF4-FFF2-40B4-BE49-F238E27FC236}">
                <a16:creationId xmlns:p14="http://schemas.microsoft.com/office/powerpoint/2010/main" xmlns="" xmlns:a16="http://schemas.microsoft.com/office/drawing/2014/main" xmlns:mc="http://schemas.openxmlformats.org/markup-compatibility/2006" id="{D83E92A6-23A9-5DD5-2384-1F7CAAABD0FB}"/>
              </a:ext>
            </a:extLst>
          </p:cNvPr>
          <p:cNvPicPr/>
          <p:nvPr/>
        </p:nvPicPr>
        <p:blipFill>
          <a:blip r:embed="rId11" cstate="print"/>
          <a:stretch>
            <a:fillRect/>
          </a:stretch>
        </p:blipFill>
        <p:spPr>
          <a:xfrm>
            <a:off x="-40160" y="2060810"/>
            <a:ext cx="7123320" cy="1472400"/>
          </a:xfrm>
          <a:prstGeom prst="rect">
            <a:avLst/>
          </a:prstGeom>
        </p:spPr>
      </p:pic>
    </p:spTree>
    <p:extLst>
      <p:ext uri="{BB962C8B-B14F-4D97-AF65-F5344CB8AC3E}">
        <p14:creationId xmlns="" xmlns:p14="http://schemas.microsoft.com/office/powerpoint/2010/main" val="120139171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C4617F-8FB3-AF1F-81FF-5E45F65C8EEF}"/>
              </a:ext>
            </a:extLst>
          </p:cNvPr>
          <p:cNvSpPr>
            <a:spLocks noGrp="1"/>
          </p:cNvSpPr>
          <p:nvPr>
            <p:ph type="title"/>
          </p:nvPr>
        </p:nvSpPr>
        <p:spPr>
          <a:xfrm>
            <a:off x="457200" y="0"/>
            <a:ext cx="8229600" cy="1417638"/>
          </a:xfrm>
        </p:spPr>
        <p:txBody>
          <a:bodyPr/>
          <a:lstStyle/>
          <a:p>
            <a:r>
              <a:rPr lang="en-IN" dirty="0"/>
              <a:t>Run pulled image</a:t>
            </a:r>
            <a:endParaRPr lang="en-US" dirty="0"/>
          </a:p>
        </p:txBody>
      </p:sp>
      <p:sp>
        <p:nvSpPr>
          <p:cNvPr id="3" name="Content Placeholder 2">
            <a:extLst>
              <a:ext uri="{FF2B5EF4-FFF2-40B4-BE49-F238E27FC236}">
                <a16:creationId xmlns="" xmlns:a16="http://schemas.microsoft.com/office/drawing/2014/main" id="{9E18DA0B-77A3-7F3C-47BC-88D387C40932}"/>
              </a:ext>
            </a:extLst>
          </p:cNvPr>
          <p:cNvSpPr>
            <a:spLocks noGrp="1"/>
          </p:cNvSpPr>
          <p:nvPr>
            <p:ph idx="1"/>
          </p:nvPr>
        </p:nvSpPr>
        <p:spPr>
          <a:xfrm>
            <a:off x="457200" y="980660"/>
            <a:ext cx="8229600" cy="5145503"/>
          </a:xfrm>
        </p:spPr>
        <p:txBody>
          <a:bodyPr>
            <a:normAutofit/>
          </a:bodyPr>
          <a:lstStyle/>
          <a:p>
            <a:pPr marL="0" indent="0">
              <a:buNone/>
            </a:pPr>
            <a:r>
              <a:rPr lang="en-IN" sz="2800" dirty="0">
                <a:highlight>
                  <a:srgbClr val="FFFF00"/>
                </a:highlight>
              </a:rPr>
              <a:t>PS C:\Users\SHRADHA\OneDrive\Desktop\tomcatfile&gt; docker run -it  anujyog1/</a:t>
            </a:r>
            <a:r>
              <a:rPr lang="en-IN" sz="2800" dirty="0" err="1">
                <a:highlight>
                  <a:srgbClr val="FFFF00"/>
                </a:highlight>
              </a:rPr>
              <a:t>secondimage:latest</a:t>
            </a:r>
            <a:endParaRPr lang="en-US" sz="2800" dirty="0">
              <a:highlight>
                <a:srgbClr val="FFFF00"/>
              </a:highlight>
            </a:endParaRPr>
          </a:p>
        </p:txBody>
      </p:sp>
      <p:pic>
        <p:nvPicPr>
          <p:cNvPr id="5" name="Picture 4">
            <a:extLst>
              <a:ext uri="{FF2B5EF4-FFF2-40B4-BE49-F238E27FC236}">
                <a16:creationId xmlns="" xmlns:a16="http://schemas.microsoft.com/office/drawing/2014/main" id="{39FFF4FB-B13F-C5A0-EC79-E960BF8C0B7A}"/>
              </a:ext>
            </a:extLst>
          </p:cNvPr>
          <p:cNvPicPr>
            <a:picLocks noChangeAspect="1"/>
          </p:cNvPicPr>
          <p:nvPr/>
        </p:nvPicPr>
        <p:blipFill>
          <a:blip r:embed="rId2" cstate="print"/>
          <a:stretch>
            <a:fillRect/>
          </a:stretch>
        </p:blipFill>
        <p:spPr>
          <a:xfrm>
            <a:off x="186280" y="2204830"/>
            <a:ext cx="8771440" cy="4752660"/>
          </a:xfrm>
          <a:prstGeom prst="rect">
            <a:avLst/>
          </a:prstGeom>
        </p:spPr>
      </p:pic>
      <mc:AlternateContent xmlns:mc="http://schemas.openxmlformats.org/markup-compatibility/2006">
        <mc:Choice xmlns="" xmlns:p14="http://schemas.microsoft.com/office/powerpoint/2010/main" Requires="p14">
          <p:contentPart p14:bwMode="auto" r:id="rId3">
            <p14:nvContentPartPr>
              <p14:cNvPr id="6" name="Ink 5">
                <a:extLst>
                  <a:ext uri="{FF2B5EF4-FFF2-40B4-BE49-F238E27FC236}">
                    <a16:creationId xmlns:a16="http://schemas.microsoft.com/office/drawing/2014/main" id="{B22E1CF3-C48C-C182-C7A4-B77B45B90E71}"/>
                  </a:ext>
                </a:extLst>
              </p14:cNvPr>
              <p14:cNvContentPartPr/>
              <p14:nvPr/>
            </p14:nvContentPartPr>
            <p14:xfrm>
              <a:off x="186280" y="3463640"/>
              <a:ext cx="5168520" cy="682200"/>
            </p14:xfrm>
          </p:contentPart>
        </mc:Choice>
        <mc:Fallback>
          <p:pic>
            <p:nvPicPr>
              <p:cNvPr id="6" name="Ink 5">
                <a:extLst>
                  <a:ext uri="{FF2B5EF4-FFF2-40B4-BE49-F238E27FC236}">
                    <a16:creationId xmlns:p14="http://schemas.microsoft.com/office/powerpoint/2010/main" xmlns="" xmlns:a16="http://schemas.microsoft.com/office/drawing/2014/main" id="{B22E1CF3-C48C-C182-C7A4-B77B45B90E71}"/>
                  </a:ext>
                </a:extLst>
              </p:cNvPr>
              <p:cNvPicPr/>
              <p:nvPr/>
            </p:nvPicPr>
            <p:blipFill>
              <a:blip r:embed="rId4" cstate="print"/>
              <a:stretch>
                <a:fillRect/>
              </a:stretch>
            </p:blipFill>
            <p:spPr>
              <a:xfrm>
                <a:off x="177640" y="3455000"/>
                <a:ext cx="5186160" cy="699840"/>
              </a:xfrm>
              <a:prstGeom prst="rect">
                <a:avLst/>
              </a:prstGeom>
            </p:spPr>
          </p:pic>
        </mc:Fallback>
      </mc:AlternateContent>
    </p:spTree>
    <p:extLst>
      <p:ext uri="{BB962C8B-B14F-4D97-AF65-F5344CB8AC3E}">
        <p14:creationId xmlns="" xmlns:p14="http://schemas.microsoft.com/office/powerpoint/2010/main" val="54006806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28ED5D-7B2C-59F6-29A8-0E18084517B1}"/>
              </a:ext>
            </a:extLst>
          </p:cNvPr>
          <p:cNvSpPr>
            <a:spLocks noGrp="1"/>
          </p:cNvSpPr>
          <p:nvPr>
            <p:ph type="title"/>
          </p:nvPr>
        </p:nvSpPr>
        <p:spPr>
          <a:xfrm>
            <a:off x="628650" y="365126"/>
            <a:ext cx="7886700" cy="1407644"/>
          </a:xfrm>
        </p:spPr>
        <p:txBody>
          <a:bodyPr>
            <a:normAutofit/>
          </a:bodyPr>
          <a:lstStyle/>
          <a:p>
            <a:r>
              <a:rPr lang="en-IN" dirty="0"/>
              <a:t>Continued…   Shows ready to accept connections i.e. image Redis is running </a:t>
            </a:r>
            <a:endParaRPr lang="en-US" dirty="0"/>
          </a:p>
        </p:txBody>
      </p:sp>
      <p:pic>
        <p:nvPicPr>
          <p:cNvPr id="5" name="Content Placeholder 4">
            <a:extLst>
              <a:ext uri="{FF2B5EF4-FFF2-40B4-BE49-F238E27FC236}">
                <a16:creationId xmlns="" xmlns:a16="http://schemas.microsoft.com/office/drawing/2014/main" id="{9E40D75B-9435-09F3-8845-CEFAD5FC4E71}"/>
              </a:ext>
            </a:extLst>
          </p:cNvPr>
          <p:cNvPicPr>
            <a:picLocks noGrp="1" noChangeAspect="1"/>
          </p:cNvPicPr>
          <p:nvPr>
            <p:ph idx="1"/>
          </p:nvPr>
        </p:nvPicPr>
        <p:blipFill>
          <a:blip r:embed="rId2" cstate="print"/>
          <a:stretch>
            <a:fillRect/>
          </a:stretch>
        </p:blipFill>
        <p:spPr>
          <a:xfrm>
            <a:off x="628650" y="2284600"/>
            <a:ext cx="7886700" cy="4573400"/>
          </a:xfrm>
        </p:spPr>
      </p:pic>
      <mc:AlternateContent xmlns:mc="http://schemas.openxmlformats.org/markup-compatibility/2006">
        <mc:Choice xmlns="" xmlns:p14="http://schemas.microsoft.com/office/powerpoint/2010/main" Requires="p14">
          <p:contentPart p14:bwMode="auto" r:id="rId3">
            <p14:nvContentPartPr>
              <p14:cNvPr id="6" name="Ink 5">
                <a:extLst>
                  <a:ext uri="{FF2B5EF4-FFF2-40B4-BE49-F238E27FC236}">
                    <a16:creationId xmlns:a16="http://schemas.microsoft.com/office/drawing/2014/main" id="{70BCEEAC-365B-A1BD-AA92-12A09F6DF140}"/>
                  </a:ext>
                </a:extLst>
              </p14:cNvPr>
              <p14:cNvContentPartPr/>
              <p14:nvPr/>
            </p14:nvContentPartPr>
            <p14:xfrm>
              <a:off x="395420" y="5805330"/>
              <a:ext cx="5137200" cy="1149120"/>
            </p14:xfrm>
          </p:contentPart>
        </mc:Choice>
        <mc:Fallback>
          <p:pic>
            <p:nvPicPr>
              <p:cNvPr id="6" name="Ink 5">
                <a:extLst>
                  <a:ext uri="{FF2B5EF4-FFF2-40B4-BE49-F238E27FC236}">
                    <a16:creationId xmlns:p14="http://schemas.microsoft.com/office/powerpoint/2010/main" xmlns="" xmlns:a16="http://schemas.microsoft.com/office/drawing/2014/main" id="{70BCEEAC-365B-A1BD-AA92-12A09F6DF140}"/>
                  </a:ext>
                </a:extLst>
              </p:cNvPr>
              <p:cNvPicPr/>
              <p:nvPr/>
            </p:nvPicPr>
            <p:blipFill>
              <a:blip r:embed="rId4" cstate="print"/>
              <a:stretch>
                <a:fillRect/>
              </a:stretch>
            </p:blipFill>
            <p:spPr>
              <a:xfrm>
                <a:off x="386419" y="5796333"/>
                <a:ext cx="5154841" cy="1166754"/>
              </a:xfrm>
              <a:prstGeom prst="rect">
                <a:avLst/>
              </a:prstGeom>
            </p:spPr>
          </p:pic>
        </mc:Fallback>
      </mc:AlternateContent>
      <mc:AlternateContent xmlns:mc="http://schemas.openxmlformats.org/markup-compatibility/2006">
        <mc:Choice xmlns="" xmlns:p14="http://schemas.microsoft.com/office/powerpoint/2010/main" Requires="p14">
          <p:contentPart p14:bwMode="auto" r:id="rId5">
            <p14:nvContentPartPr>
              <p14:cNvPr id="7" name="Ink 6">
                <a:extLst>
                  <a:ext uri="{FF2B5EF4-FFF2-40B4-BE49-F238E27FC236}">
                    <a16:creationId xmlns:a16="http://schemas.microsoft.com/office/drawing/2014/main" id="{F6449CA7-A5C0-7A02-0E9C-79E38C578967}"/>
                  </a:ext>
                </a:extLst>
              </p14:cNvPr>
              <p14:cNvContentPartPr/>
              <p14:nvPr/>
            </p14:nvContentPartPr>
            <p14:xfrm>
              <a:off x="2824000" y="1238800"/>
              <a:ext cx="360" cy="360"/>
            </p14:xfrm>
          </p:contentPart>
        </mc:Choice>
        <mc:Fallback>
          <p:pic>
            <p:nvPicPr>
              <p:cNvPr id="7" name="Ink 6">
                <a:extLst>
                  <a:ext uri="{FF2B5EF4-FFF2-40B4-BE49-F238E27FC236}">
                    <a16:creationId xmlns:p14="http://schemas.microsoft.com/office/powerpoint/2010/main" xmlns="" xmlns:a16="http://schemas.microsoft.com/office/drawing/2014/main" id="{F6449CA7-A5C0-7A02-0E9C-79E38C578967}"/>
                  </a:ext>
                </a:extLst>
              </p:cNvPr>
              <p:cNvPicPr/>
              <p:nvPr/>
            </p:nvPicPr>
            <p:blipFill>
              <a:blip r:embed="rId6" cstate="print"/>
              <a:stretch>
                <a:fillRect/>
              </a:stretch>
            </p:blipFill>
            <p:spPr>
              <a:xfrm>
                <a:off x="2815000" y="1230160"/>
                <a:ext cx="18000" cy="18000"/>
              </a:xfrm>
              <a:prstGeom prst="rect">
                <a:avLst/>
              </a:prstGeom>
            </p:spPr>
          </p:pic>
        </mc:Fallback>
      </mc:AlternateContent>
      <p:grpSp>
        <p:nvGrpSpPr>
          <p:cNvPr id="11" name="Group 10">
            <a:extLst>
              <a:ext uri="{FF2B5EF4-FFF2-40B4-BE49-F238E27FC236}">
                <a16:creationId xmlns="" xmlns:a16="http://schemas.microsoft.com/office/drawing/2014/main" id="{E1DFADD3-8CAD-114D-0B7B-F5A33EC5C70E}"/>
              </a:ext>
            </a:extLst>
          </p:cNvPr>
          <p:cNvGrpSpPr/>
          <p:nvPr/>
        </p:nvGrpSpPr>
        <p:grpSpPr>
          <a:xfrm>
            <a:off x="5221960" y="975280"/>
            <a:ext cx="360" cy="360"/>
            <a:chOff x="5221960" y="975280"/>
            <a:chExt cx="360" cy="360"/>
          </a:xfrm>
        </p:grpSpPr>
        <mc:AlternateContent xmlns:mc="http://schemas.openxmlformats.org/markup-compatibility/2006">
          <mc:Choice xmlns="" xmlns:p14="http://schemas.microsoft.com/office/powerpoint/2010/main" Requires="p14">
            <p:contentPart p14:bwMode="auto" r:id="rId7">
              <p14:nvContentPartPr>
                <p14:cNvPr id="8" name="Ink 7">
                  <a:extLst>
                    <a:ext uri="{FF2B5EF4-FFF2-40B4-BE49-F238E27FC236}">
                      <a16:creationId xmlns:a16="http://schemas.microsoft.com/office/drawing/2014/main" id="{AF952FFE-5BC2-58C4-0940-03FACEFE2C49}"/>
                    </a:ext>
                  </a:extLst>
                </p14:cNvPr>
                <p14:cNvContentPartPr/>
                <p14:nvPr/>
              </p14:nvContentPartPr>
              <p14:xfrm>
                <a:off x="5221960" y="975280"/>
                <a:ext cx="360" cy="360"/>
              </p14:xfrm>
            </p:contentPart>
          </mc:Choice>
          <mc:Fallback>
            <p:pic>
              <p:nvPicPr>
                <p:cNvPr id="8" name="Ink 7">
                  <a:extLst>
                    <a:ext uri="{FF2B5EF4-FFF2-40B4-BE49-F238E27FC236}">
                      <a16:creationId xmlns:p14="http://schemas.microsoft.com/office/powerpoint/2010/main" xmlns="" xmlns:a16="http://schemas.microsoft.com/office/drawing/2014/main" id="{AF952FFE-5BC2-58C4-0940-03FACEFE2C49}"/>
                    </a:ext>
                  </a:extLst>
                </p:cNvPr>
                <p:cNvPicPr/>
                <p:nvPr/>
              </p:nvPicPr>
              <p:blipFill>
                <a:blip r:embed="rId6" cstate="print"/>
                <a:stretch>
                  <a:fillRect/>
                </a:stretch>
              </p:blipFill>
              <p:spPr>
                <a:xfrm>
                  <a:off x="5212960" y="9662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8">
              <p14:nvContentPartPr>
                <p14:cNvPr id="9" name="Ink 8">
                  <a:extLst>
                    <a:ext uri="{FF2B5EF4-FFF2-40B4-BE49-F238E27FC236}">
                      <a16:creationId xmlns:a16="http://schemas.microsoft.com/office/drawing/2014/main" id="{016290A5-DBE0-1051-0985-C942578F8624}"/>
                    </a:ext>
                  </a:extLst>
                </p14:cNvPr>
                <p14:cNvContentPartPr/>
                <p14:nvPr/>
              </p14:nvContentPartPr>
              <p14:xfrm>
                <a:off x="5221960" y="975280"/>
                <a:ext cx="360" cy="360"/>
              </p14:xfrm>
            </p:contentPart>
          </mc:Choice>
          <mc:Fallback>
            <p:pic>
              <p:nvPicPr>
                <p:cNvPr id="9" name="Ink 8">
                  <a:extLst>
                    <a:ext uri="{FF2B5EF4-FFF2-40B4-BE49-F238E27FC236}">
                      <a16:creationId xmlns:p14="http://schemas.microsoft.com/office/powerpoint/2010/main" xmlns="" xmlns:a16="http://schemas.microsoft.com/office/drawing/2014/main" id="{016290A5-DBE0-1051-0985-C942578F8624}"/>
                    </a:ext>
                  </a:extLst>
                </p:cNvPr>
                <p:cNvPicPr/>
                <p:nvPr/>
              </p:nvPicPr>
              <p:blipFill>
                <a:blip r:embed="rId6" cstate="print"/>
                <a:stretch>
                  <a:fillRect/>
                </a:stretch>
              </p:blipFill>
              <p:spPr>
                <a:xfrm>
                  <a:off x="5212960" y="9662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9">
              <p14:nvContentPartPr>
                <p14:cNvPr id="10" name="Ink 9">
                  <a:extLst>
                    <a:ext uri="{FF2B5EF4-FFF2-40B4-BE49-F238E27FC236}">
                      <a16:creationId xmlns:a16="http://schemas.microsoft.com/office/drawing/2014/main" id="{334ACAE1-E418-2D1C-B026-4FAAEEE8B9A3}"/>
                    </a:ext>
                  </a:extLst>
                </p14:cNvPr>
                <p14:cNvContentPartPr/>
                <p14:nvPr/>
              </p14:nvContentPartPr>
              <p14:xfrm>
                <a:off x="5221960" y="975280"/>
                <a:ext cx="360" cy="360"/>
              </p14:xfrm>
            </p:contentPart>
          </mc:Choice>
          <mc:Fallback>
            <p:pic>
              <p:nvPicPr>
                <p:cNvPr id="10" name="Ink 9">
                  <a:extLst>
                    <a:ext uri="{FF2B5EF4-FFF2-40B4-BE49-F238E27FC236}">
                      <a16:creationId xmlns:p14="http://schemas.microsoft.com/office/powerpoint/2010/main" xmlns="" xmlns:a16="http://schemas.microsoft.com/office/drawing/2014/main" id="{334ACAE1-E418-2D1C-B026-4FAAEEE8B9A3}"/>
                    </a:ext>
                  </a:extLst>
                </p:cNvPr>
                <p:cNvPicPr/>
                <p:nvPr/>
              </p:nvPicPr>
              <p:blipFill>
                <a:blip r:embed="rId6" cstate="print"/>
                <a:stretch>
                  <a:fillRect/>
                </a:stretch>
              </p:blipFill>
              <p:spPr>
                <a:xfrm>
                  <a:off x="5212960" y="966280"/>
                  <a:ext cx="18000" cy="18000"/>
                </a:xfrm>
                <a:prstGeom prst="rect">
                  <a:avLst/>
                </a:prstGeom>
              </p:spPr>
            </p:pic>
          </mc:Fallback>
        </mc:AlternateContent>
      </p:grpSp>
      <mc:AlternateContent xmlns:mc="http://schemas.openxmlformats.org/markup-compatibility/2006">
        <mc:Choice xmlns="" xmlns:p14="http://schemas.microsoft.com/office/powerpoint/2010/main" Requires="p14">
          <p:contentPart p14:bwMode="auto" r:id="rId10">
            <p14:nvContentPartPr>
              <p14:cNvPr id="12" name="Ink 11">
                <a:extLst>
                  <a:ext uri="{FF2B5EF4-FFF2-40B4-BE49-F238E27FC236}">
                    <a16:creationId xmlns:a16="http://schemas.microsoft.com/office/drawing/2014/main" id="{554C3808-F2BF-45B2-73EC-103BC4C5A25A}"/>
                  </a:ext>
                </a:extLst>
              </p14:cNvPr>
              <p14:cNvContentPartPr/>
              <p14:nvPr/>
            </p14:nvContentPartPr>
            <p14:xfrm>
              <a:off x="4368760" y="690520"/>
              <a:ext cx="360" cy="360"/>
            </p14:xfrm>
          </p:contentPart>
        </mc:Choice>
        <mc:Fallback>
          <p:pic>
            <p:nvPicPr>
              <p:cNvPr id="12" name="Ink 11">
                <a:extLst>
                  <a:ext uri="{FF2B5EF4-FFF2-40B4-BE49-F238E27FC236}">
                    <a16:creationId xmlns:p14="http://schemas.microsoft.com/office/powerpoint/2010/main" xmlns="" xmlns:a16="http://schemas.microsoft.com/office/drawing/2014/main" id="{554C3808-F2BF-45B2-73EC-103BC4C5A25A}"/>
                  </a:ext>
                </a:extLst>
              </p:cNvPr>
              <p:cNvPicPr/>
              <p:nvPr/>
            </p:nvPicPr>
            <p:blipFill>
              <a:blip r:embed="rId6" cstate="print"/>
              <a:stretch>
                <a:fillRect/>
              </a:stretch>
            </p:blipFill>
            <p:spPr>
              <a:xfrm>
                <a:off x="4360120" y="6818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1">
            <p14:nvContentPartPr>
              <p14:cNvPr id="13" name="Ink 12">
                <a:extLst>
                  <a:ext uri="{FF2B5EF4-FFF2-40B4-BE49-F238E27FC236}">
                    <a16:creationId xmlns:a16="http://schemas.microsoft.com/office/drawing/2014/main" id="{762BD671-F299-A519-E3E8-6634A7668470}"/>
                  </a:ext>
                </a:extLst>
              </p14:cNvPr>
              <p14:cNvContentPartPr/>
              <p14:nvPr/>
            </p14:nvContentPartPr>
            <p14:xfrm>
              <a:off x="4866640" y="934240"/>
              <a:ext cx="360" cy="360"/>
            </p14:xfrm>
          </p:contentPart>
        </mc:Choice>
        <mc:Fallback>
          <p:pic>
            <p:nvPicPr>
              <p:cNvPr id="13" name="Ink 12">
                <a:extLst>
                  <a:ext uri="{FF2B5EF4-FFF2-40B4-BE49-F238E27FC236}">
                    <a16:creationId xmlns:p14="http://schemas.microsoft.com/office/powerpoint/2010/main" xmlns="" xmlns:a16="http://schemas.microsoft.com/office/drawing/2014/main" id="{762BD671-F299-A519-E3E8-6634A7668470}"/>
                  </a:ext>
                </a:extLst>
              </p:cNvPr>
              <p:cNvPicPr/>
              <p:nvPr/>
            </p:nvPicPr>
            <p:blipFill>
              <a:blip r:embed="rId6" cstate="print"/>
              <a:stretch>
                <a:fillRect/>
              </a:stretch>
            </p:blipFill>
            <p:spPr>
              <a:xfrm>
                <a:off x="4857640" y="925240"/>
                <a:ext cx="18000" cy="18000"/>
              </a:xfrm>
              <a:prstGeom prst="rect">
                <a:avLst/>
              </a:prstGeom>
            </p:spPr>
          </p:pic>
        </mc:Fallback>
      </mc:AlternateContent>
      <p:grpSp>
        <p:nvGrpSpPr>
          <p:cNvPr id="22" name="Group 21">
            <a:extLst>
              <a:ext uri="{FF2B5EF4-FFF2-40B4-BE49-F238E27FC236}">
                <a16:creationId xmlns="" xmlns:a16="http://schemas.microsoft.com/office/drawing/2014/main" id="{BE19419D-2805-42BA-EC84-C6E64C34E5E9}"/>
              </a:ext>
            </a:extLst>
          </p:cNvPr>
          <p:cNvGrpSpPr/>
          <p:nvPr/>
        </p:nvGrpSpPr>
        <p:grpSpPr>
          <a:xfrm>
            <a:off x="5140600" y="914080"/>
            <a:ext cx="360" cy="360"/>
            <a:chOff x="5140600" y="914080"/>
            <a:chExt cx="360" cy="360"/>
          </a:xfrm>
        </p:grpSpPr>
        <mc:AlternateContent xmlns:mc="http://schemas.openxmlformats.org/markup-compatibility/2006">
          <mc:Choice xmlns="" xmlns:p14="http://schemas.microsoft.com/office/powerpoint/2010/main" Requires="p14">
            <p:contentPart p14:bwMode="auto" r:id="rId12">
              <p14:nvContentPartPr>
                <p14:cNvPr id="14" name="Ink 13">
                  <a:extLst>
                    <a:ext uri="{FF2B5EF4-FFF2-40B4-BE49-F238E27FC236}">
                      <a16:creationId xmlns:a16="http://schemas.microsoft.com/office/drawing/2014/main" id="{13EFDAED-8E9E-B3EE-9BCE-518390290527}"/>
                    </a:ext>
                  </a:extLst>
                </p14:cNvPr>
                <p14:cNvContentPartPr/>
                <p14:nvPr/>
              </p14:nvContentPartPr>
              <p14:xfrm>
                <a:off x="5140600" y="914080"/>
                <a:ext cx="360" cy="360"/>
              </p14:xfrm>
            </p:contentPart>
          </mc:Choice>
          <mc:Fallback>
            <p:pic>
              <p:nvPicPr>
                <p:cNvPr id="14" name="Ink 13">
                  <a:extLst>
                    <a:ext uri="{FF2B5EF4-FFF2-40B4-BE49-F238E27FC236}">
                      <a16:creationId xmlns:p14="http://schemas.microsoft.com/office/powerpoint/2010/main" xmlns="" xmlns:a16="http://schemas.microsoft.com/office/drawing/2014/main" id="{13EFDAED-8E9E-B3EE-9BCE-518390290527}"/>
                    </a:ext>
                  </a:extLst>
                </p:cNvPr>
                <p:cNvPicPr/>
                <p:nvPr/>
              </p:nvPicPr>
              <p:blipFill>
                <a:blip r:embed="rId6" cstate="print"/>
                <a:stretch>
                  <a:fillRect/>
                </a:stretch>
              </p:blipFill>
              <p:spPr>
                <a:xfrm>
                  <a:off x="5131960" y="9050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3">
              <p14:nvContentPartPr>
                <p14:cNvPr id="15" name="Ink 14">
                  <a:extLst>
                    <a:ext uri="{FF2B5EF4-FFF2-40B4-BE49-F238E27FC236}">
                      <a16:creationId xmlns:a16="http://schemas.microsoft.com/office/drawing/2014/main" id="{AD701532-3515-FD6E-1DF8-C0F3C0CE19A8}"/>
                    </a:ext>
                  </a:extLst>
                </p14:cNvPr>
                <p14:cNvContentPartPr/>
                <p14:nvPr/>
              </p14:nvContentPartPr>
              <p14:xfrm>
                <a:off x="5140600" y="914080"/>
                <a:ext cx="360" cy="360"/>
              </p14:xfrm>
            </p:contentPart>
          </mc:Choice>
          <mc:Fallback>
            <p:pic>
              <p:nvPicPr>
                <p:cNvPr id="15" name="Ink 14">
                  <a:extLst>
                    <a:ext uri="{FF2B5EF4-FFF2-40B4-BE49-F238E27FC236}">
                      <a16:creationId xmlns:p14="http://schemas.microsoft.com/office/powerpoint/2010/main" xmlns="" xmlns:a16="http://schemas.microsoft.com/office/drawing/2014/main" id="{AD701532-3515-FD6E-1DF8-C0F3C0CE19A8}"/>
                    </a:ext>
                  </a:extLst>
                </p:cNvPr>
                <p:cNvPicPr/>
                <p:nvPr/>
              </p:nvPicPr>
              <p:blipFill>
                <a:blip r:embed="rId6" cstate="print"/>
                <a:stretch>
                  <a:fillRect/>
                </a:stretch>
              </p:blipFill>
              <p:spPr>
                <a:xfrm>
                  <a:off x="5131960" y="9050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4">
              <p14:nvContentPartPr>
                <p14:cNvPr id="16" name="Ink 15">
                  <a:extLst>
                    <a:ext uri="{FF2B5EF4-FFF2-40B4-BE49-F238E27FC236}">
                      <a16:creationId xmlns:a16="http://schemas.microsoft.com/office/drawing/2014/main" id="{FE94E83C-6DEC-1869-8139-D78940246C4C}"/>
                    </a:ext>
                  </a:extLst>
                </p14:cNvPr>
                <p14:cNvContentPartPr/>
                <p14:nvPr/>
              </p14:nvContentPartPr>
              <p14:xfrm>
                <a:off x="5140600" y="914080"/>
                <a:ext cx="360" cy="360"/>
              </p14:xfrm>
            </p:contentPart>
          </mc:Choice>
          <mc:Fallback>
            <p:pic>
              <p:nvPicPr>
                <p:cNvPr id="16" name="Ink 15">
                  <a:extLst>
                    <a:ext uri="{FF2B5EF4-FFF2-40B4-BE49-F238E27FC236}">
                      <a16:creationId xmlns:p14="http://schemas.microsoft.com/office/powerpoint/2010/main" xmlns="" xmlns:a16="http://schemas.microsoft.com/office/drawing/2014/main" id="{FE94E83C-6DEC-1869-8139-D78940246C4C}"/>
                    </a:ext>
                  </a:extLst>
                </p:cNvPr>
                <p:cNvPicPr/>
                <p:nvPr/>
              </p:nvPicPr>
              <p:blipFill>
                <a:blip r:embed="rId6" cstate="print"/>
                <a:stretch>
                  <a:fillRect/>
                </a:stretch>
              </p:blipFill>
              <p:spPr>
                <a:xfrm>
                  <a:off x="5131960" y="9050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5">
              <p14:nvContentPartPr>
                <p14:cNvPr id="17" name="Ink 16">
                  <a:extLst>
                    <a:ext uri="{FF2B5EF4-FFF2-40B4-BE49-F238E27FC236}">
                      <a16:creationId xmlns:a16="http://schemas.microsoft.com/office/drawing/2014/main" id="{79DC61C8-1F39-EF84-BD78-265E582C7929}"/>
                    </a:ext>
                  </a:extLst>
                </p14:cNvPr>
                <p14:cNvContentPartPr/>
                <p14:nvPr/>
              </p14:nvContentPartPr>
              <p14:xfrm>
                <a:off x="5140600" y="914080"/>
                <a:ext cx="360" cy="360"/>
              </p14:xfrm>
            </p:contentPart>
          </mc:Choice>
          <mc:Fallback>
            <p:pic>
              <p:nvPicPr>
                <p:cNvPr id="17" name="Ink 16">
                  <a:extLst>
                    <a:ext uri="{FF2B5EF4-FFF2-40B4-BE49-F238E27FC236}">
                      <a16:creationId xmlns:p14="http://schemas.microsoft.com/office/powerpoint/2010/main" xmlns="" xmlns:a16="http://schemas.microsoft.com/office/drawing/2014/main" id="{79DC61C8-1F39-EF84-BD78-265E582C7929}"/>
                    </a:ext>
                  </a:extLst>
                </p:cNvPr>
                <p:cNvPicPr/>
                <p:nvPr/>
              </p:nvPicPr>
              <p:blipFill>
                <a:blip r:embed="rId6" cstate="print"/>
                <a:stretch>
                  <a:fillRect/>
                </a:stretch>
              </p:blipFill>
              <p:spPr>
                <a:xfrm>
                  <a:off x="5131960" y="9050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6">
              <p14:nvContentPartPr>
                <p14:cNvPr id="18" name="Ink 17">
                  <a:extLst>
                    <a:ext uri="{FF2B5EF4-FFF2-40B4-BE49-F238E27FC236}">
                      <a16:creationId xmlns:a16="http://schemas.microsoft.com/office/drawing/2014/main" id="{4A136FF1-1278-C4F4-1469-DDB2F90D9336}"/>
                    </a:ext>
                  </a:extLst>
                </p14:cNvPr>
                <p14:cNvContentPartPr/>
                <p14:nvPr/>
              </p14:nvContentPartPr>
              <p14:xfrm>
                <a:off x="5140600" y="914080"/>
                <a:ext cx="360" cy="360"/>
              </p14:xfrm>
            </p:contentPart>
          </mc:Choice>
          <mc:Fallback>
            <p:pic>
              <p:nvPicPr>
                <p:cNvPr id="18" name="Ink 17">
                  <a:extLst>
                    <a:ext uri="{FF2B5EF4-FFF2-40B4-BE49-F238E27FC236}">
                      <a16:creationId xmlns:p14="http://schemas.microsoft.com/office/powerpoint/2010/main" xmlns="" xmlns:a16="http://schemas.microsoft.com/office/drawing/2014/main" id="{4A136FF1-1278-C4F4-1469-DDB2F90D9336}"/>
                    </a:ext>
                  </a:extLst>
                </p:cNvPr>
                <p:cNvPicPr/>
                <p:nvPr/>
              </p:nvPicPr>
              <p:blipFill>
                <a:blip r:embed="rId6" cstate="print"/>
                <a:stretch>
                  <a:fillRect/>
                </a:stretch>
              </p:blipFill>
              <p:spPr>
                <a:xfrm>
                  <a:off x="5131960" y="9050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7">
              <p14:nvContentPartPr>
                <p14:cNvPr id="19" name="Ink 18">
                  <a:extLst>
                    <a:ext uri="{FF2B5EF4-FFF2-40B4-BE49-F238E27FC236}">
                      <a16:creationId xmlns:a16="http://schemas.microsoft.com/office/drawing/2014/main" id="{ADDA2F19-DD28-13E9-1717-1EAE308E2586}"/>
                    </a:ext>
                  </a:extLst>
                </p14:cNvPr>
                <p14:cNvContentPartPr/>
                <p14:nvPr/>
              </p14:nvContentPartPr>
              <p14:xfrm>
                <a:off x="5140600" y="914080"/>
                <a:ext cx="360" cy="360"/>
              </p14:xfrm>
            </p:contentPart>
          </mc:Choice>
          <mc:Fallback>
            <p:pic>
              <p:nvPicPr>
                <p:cNvPr id="19" name="Ink 18">
                  <a:extLst>
                    <a:ext uri="{FF2B5EF4-FFF2-40B4-BE49-F238E27FC236}">
                      <a16:creationId xmlns:p14="http://schemas.microsoft.com/office/powerpoint/2010/main" xmlns="" xmlns:a16="http://schemas.microsoft.com/office/drawing/2014/main" id="{ADDA2F19-DD28-13E9-1717-1EAE308E2586}"/>
                    </a:ext>
                  </a:extLst>
                </p:cNvPr>
                <p:cNvPicPr/>
                <p:nvPr/>
              </p:nvPicPr>
              <p:blipFill>
                <a:blip r:embed="rId6" cstate="print"/>
                <a:stretch>
                  <a:fillRect/>
                </a:stretch>
              </p:blipFill>
              <p:spPr>
                <a:xfrm>
                  <a:off x="5131960" y="9050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8">
              <p14:nvContentPartPr>
                <p14:cNvPr id="20" name="Ink 19">
                  <a:extLst>
                    <a:ext uri="{FF2B5EF4-FFF2-40B4-BE49-F238E27FC236}">
                      <a16:creationId xmlns:a16="http://schemas.microsoft.com/office/drawing/2014/main" id="{D78991CE-81CB-D9DE-B4A7-20698BBDE958}"/>
                    </a:ext>
                  </a:extLst>
                </p14:cNvPr>
                <p14:cNvContentPartPr/>
                <p14:nvPr/>
              </p14:nvContentPartPr>
              <p14:xfrm>
                <a:off x="5140600" y="914080"/>
                <a:ext cx="360" cy="360"/>
              </p14:xfrm>
            </p:contentPart>
          </mc:Choice>
          <mc:Fallback>
            <p:pic>
              <p:nvPicPr>
                <p:cNvPr id="20" name="Ink 19">
                  <a:extLst>
                    <a:ext uri="{FF2B5EF4-FFF2-40B4-BE49-F238E27FC236}">
                      <a16:creationId xmlns:p14="http://schemas.microsoft.com/office/powerpoint/2010/main" xmlns="" xmlns:a16="http://schemas.microsoft.com/office/drawing/2014/main" id="{D78991CE-81CB-D9DE-B4A7-20698BBDE958}"/>
                    </a:ext>
                  </a:extLst>
                </p:cNvPr>
                <p:cNvPicPr/>
                <p:nvPr/>
              </p:nvPicPr>
              <p:blipFill>
                <a:blip r:embed="rId6" cstate="print"/>
                <a:stretch>
                  <a:fillRect/>
                </a:stretch>
              </p:blipFill>
              <p:spPr>
                <a:xfrm>
                  <a:off x="5131960" y="905080"/>
                  <a:ext cx="18000" cy="18000"/>
                </a:xfrm>
                <a:prstGeom prst="rect">
                  <a:avLst/>
                </a:prstGeom>
              </p:spPr>
            </p:pic>
          </mc:Fallback>
        </mc:AlternateContent>
      </p:grpSp>
      <mc:AlternateContent xmlns:mc="http://schemas.openxmlformats.org/markup-compatibility/2006">
        <mc:Choice xmlns="" xmlns:p14="http://schemas.microsoft.com/office/powerpoint/2010/main" Requires="p14">
          <p:contentPart p14:bwMode="auto" r:id="rId19">
            <p14:nvContentPartPr>
              <p14:cNvPr id="21" name="Ink 20">
                <a:extLst>
                  <a:ext uri="{FF2B5EF4-FFF2-40B4-BE49-F238E27FC236}">
                    <a16:creationId xmlns:a16="http://schemas.microsoft.com/office/drawing/2014/main" id="{C6EE2D45-31A6-8CB1-32EA-64C97E1EBEA7}"/>
                  </a:ext>
                </a:extLst>
              </p14:cNvPr>
              <p14:cNvContentPartPr/>
              <p14:nvPr/>
            </p14:nvContentPartPr>
            <p14:xfrm>
              <a:off x="4958080" y="3017200"/>
              <a:ext cx="360" cy="360"/>
            </p14:xfrm>
          </p:contentPart>
        </mc:Choice>
        <mc:Fallback>
          <p:pic>
            <p:nvPicPr>
              <p:cNvPr id="21" name="Ink 20">
                <a:extLst>
                  <a:ext uri="{FF2B5EF4-FFF2-40B4-BE49-F238E27FC236}">
                    <a16:creationId xmlns:p14="http://schemas.microsoft.com/office/powerpoint/2010/main" xmlns="" xmlns:a16="http://schemas.microsoft.com/office/drawing/2014/main" id="{C6EE2D45-31A6-8CB1-32EA-64C97E1EBEA7}"/>
                  </a:ext>
                </a:extLst>
              </p:cNvPr>
              <p:cNvPicPr/>
              <p:nvPr/>
            </p:nvPicPr>
            <p:blipFill>
              <a:blip r:embed="rId6" cstate="print"/>
              <a:stretch>
                <a:fillRect/>
              </a:stretch>
            </p:blipFill>
            <p:spPr>
              <a:xfrm>
                <a:off x="4949080" y="3008200"/>
                <a:ext cx="18000" cy="18000"/>
              </a:xfrm>
              <a:prstGeom prst="rect">
                <a:avLst/>
              </a:prstGeom>
            </p:spPr>
          </p:pic>
        </mc:Fallback>
      </mc:AlternateContent>
      <p:grpSp>
        <p:nvGrpSpPr>
          <p:cNvPr id="27" name="Group 26">
            <a:extLst>
              <a:ext uri="{FF2B5EF4-FFF2-40B4-BE49-F238E27FC236}">
                <a16:creationId xmlns="" xmlns:a16="http://schemas.microsoft.com/office/drawing/2014/main" id="{96A4A65E-EB8F-416E-8688-268D371275CF}"/>
              </a:ext>
            </a:extLst>
          </p:cNvPr>
          <p:cNvGrpSpPr/>
          <p:nvPr/>
        </p:nvGrpSpPr>
        <p:grpSpPr>
          <a:xfrm>
            <a:off x="4043320" y="822640"/>
            <a:ext cx="360" cy="360"/>
            <a:chOff x="4043320" y="822640"/>
            <a:chExt cx="360" cy="360"/>
          </a:xfrm>
        </p:grpSpPr>
        <mc:AlternateContent xmlns:mc="http://schemas.openxmlformats.org/markup-compatibility/2006">
          <mc:Choice xmlns="" xmlns:p14="http://schemas.microsoft.com/office/powerpoint/2010/main" Requires="p14">
            <p:contentPart p14:bwMode="auto" r:id="rId20">
              <p14:nvContentPartPr>
                <p14:cNvPr id="23" name="Ink 22">
                  <a:extLst>
                    <a:ext uri="{FF2B5EF4-FFF2-40B4-BE49-F238E27FC236}">
                      <a16:creationId xmlns:a16="http://schemas.microsoft.com/office/drawing/2014/main" id="{03A89AF0-8833-32DE-5865-04DA8DA95E7A}"/>
                    </a:ext>
                  </a:extLst>
                </p14:cNvPr>
                <p14:cNvContentPartPr/>
                <p14:nvPr/>
              </p14:nvContentPartPr>
              <p14:xfrm>
                <a:off x="4043320" y="822640"/>
                <a:ext cx="360" cy="360"/>
              </p14:xfrm>
            </p:contentPart>
          </mc:Choice>
          <mc:Fallback>
            <p:pic>
              <p:nvPicPr>
                <p:cNvPr id="23" name="Ink 22">
                  <a:extLst>
                    <a:ext uri="{FF2B5EF4-FFF2-40B4-BE49-F238E27FC236}">
                      <a16:creationId xmlns:p14="http://schemas.microsoft.com/office/powerpoint/2010/main" xmlns="" xmlns:a16="http://schemas.microsoft.com/office/drawing/2014/main" id="{03A89AF0-8833-32DE-5865-04DA8DA95E7A}"/>
                    </a:ext>
                  </a:extLst>
                </p:cNvPr>
                <p:cNvPicPr/>
                <p:nvPr/>
              </p:nvPicPr>
              <p:blipFill>
                <a:blip r:embed="rId6" cstate="print"/>
                <a:stretch>
                  <a:fillRect/>
                </a:stretch>
              </p:blipFill>
              <p:spPr>
                <a:xfrm>
                  <a:off x="4034680" y="81364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21">
              <p14:nvContentPartPr>
                <p14:cNvPr id="24" name="Ink 23">
                  <a:extLst>
                    <a:ext uri="{FF2B5EF4-FFF2-40B4-BE49-F238E27FC236}">
                      <a16:creationId xmlns:a16="http://schemas.microsoft.com/office/drawing/2014/main" id="{A93CAD61-E414-9F60-8B37-E801BDE98180}"/>
                    </a:ext>
                  </a:extLst>
                </p14:cNvPr>
                <p14:cNvContentPartPr/>
                <p14:nvPr/>
              </p14:nvContentPartPr>
              <p14:xfrm>
                <a:off x="4043320" y="822640"/>
                <a:ext cx="360" cy="360"/>
              </p14:xfrm>
            </p:contentPart>
          </mc:Choice>
          <mc:Fallback>
            <p:pic>
              <p:nvPicPr>
                <p:cNvPr id="24" name="Ink 23">
                  <a:extLst>
                    <a:ext uri="{FF2B5EF4-FFF2-40B4-BE49-F238E27FC236}">
                      <a16:creationId xmlns:p14="http://schemas.microsoft.com/office/powerpoint/2010/main" xmlns="" xmlns:a16="http://schemas.microsoft.com/office/drawing/2014/main" id="{A93CAD61-E414-9F60-8B37-E801BDE98180}"/>
                    </a:ext>
                  </a:extLst>
                </p:cNvPr>
                <p:cNvPicPr/>
                <p:nvPr/>
              </p:nvPicPr>
              <p:blipFill>
                <a:blip r:embed="rId6" cstate="print"/>
                <a:stretch>
                  <a:fillRect/>
                </a:stretch>
              </p:blipFill>
              <p:spPr>
                <a:xfrm>
                  <a:off x="4034680" y="81364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22">
              <p14:nvContentPartPr>
                <p14:cNvPr id="25" name="Ink 24">
                  <a:extLst>
                    <a:ext uri="{FF2B5EF4-FFF2-40B4-BE49-F238E27FC236}">
                      <a16:creationId xmlns:a16="http://schemas.microsoft.com/office/drawing/2014/main" id="{90335A84-CA72-DB89-EB29-345B6523DDAC}"/>
                    </a:ext>
                  </a:extLst>
                </p14:cNvPr>
                <p14:cNvContentPartPr/>
                <p14:nvPr/>
              </p14:nvContentPartPr>
              <p14:xfrm>
                <a:off x="4043320" y="822640"/>
                <a:ext cx="360" cy="360"/>
              </p14:xfrm>
            </p:contentPart>
          </mc:Choice>
          <mc:Fallback>
            <p:pic>
              <p:nvPicPr>
                <p:cNvPr id="25" name="Ink 24">
                  <a:extLst>
                    <a:ext uri="{FF2B5EF4-FFF2-40B4-BE49-F238E27FC236}">
                      <a16:creationId xmlns:p14="http://schemas.microsoft.com/office/powerpoint/2010/main" xmlns="" xmlns:a16="http://schemas.microsoft.com/office/drawing/2014/main" id="{90335A84-CA72-DB89-EB29-345B6523DDAC}"/>
                    </a:ext>
                  </a:extLst>
                </p:cNvPr>
                <p:cNvPicPr/>
                <p:nvPr/>
              </p:nvPicPr>
              <p:blipFill>
                <a:blip r:embed="rId6" cstate="print"/>
                <a:stretch>
                  <a:fillRect/>
                </a:stretch>
              </p:blipFill>
              <p:spPr>
                <a:xfrm>
                  <a:off x="4034680" y="813640"/>
                  <a:ext cx="18000" cy="18000"/>
                </a:xfrm>
                <a:prstGeom prst="rect">
                  <a:avLst/>
                </a:prstGeom>
              </p:spPr>
            </p:pic>
          </mc:Fallback>
        </mc:AlternateContent>
      </p:grpSp>
      <mc:AlternateContent xmlns:mc="http://schemas.openxmlformats.org/markup-compatibility/2006">
        <mc:Choice xmlns="" xmlns:p14="http://schemas.microsoft.com/office/powerpoint/2010/main" Requires="p14">
          <p:contentPart p14:bwMode="auto" r:id="rId23">
            <p14:nvContentPartPr>
              <p14:cNvPr id="26" name="Ink 25">
                <a:extLst>
                  <a:ext uri="{FF2B5EF4-FFF2-40B4-BE49-F238E27FC236}">
                    <a16:creationId xmlns:a16="http://schemas.microsoft.com/office/drawing/2014/main" id="{4D01713E-3B25-3922-D0CE-494D9C6E0643}"/>
                  </a:ext>
                </a:extLst>
              </p14:cNvPr>
              <p14:cNvContentPartPr/>
              <p14:nvPr/>
            </p14:nvContentPartPr>
            <p14:xfrm>
              <a:off x="3291640" y="863320"/>
              <a:ext cx="360" cy="360"/>
            </p14:xfrm>
          </p:contentPart>
        </mc:Choice>
        <mc:Fallback>
          <p:pic>
            <p:nvPicPr>
              <p:cNvPr id="26" name="Ink 25">
                <a:extLst>
                  <a:ext uri="{FF2B5EF4-FFF2-40B4-BE49-F238E27FC236}">
                    <a16:creationId xmlns:p14="http://schemas.microsoft.com/office/powerpoint/2010/main" xmlns="" xmlns:a16="http://schemas.microsoft.com/office/drawing/2014/main" id="{4D01713E-3B25-3922-D0CE-494D9C6E0643}"/>
                  </a:ext>
                </a:extLst>
              </p:cNvPr>
              <p:cNvPicPr/>
              <p:nvPr/>
            </p:nvPicPr>
            <p:blipFill>
              <a:blip r:embed="rId6" cstate="print"/>
              <a:stretch>
                <a:fillRect/>
              </a:stretch>
            </p:blipFill>
            <p:spPr>
              <a:xfrm>
                <a:off x="3283000" y="85468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24">
            <p14:nvContentPartPr>
              <p14:cNvPr id="28" name="Ink 27">
                <a:extLst>
                  <a:ext uri="{FF2B5EF4-FFF2-40B4-BE49-F238E27FC236}">
                    <a16:creationId xmlns:a16="http://schemas.microsoft.com/office/drawing/2014/main" id="{66E27908-1A70-EC94-C972-9961863528DA}"/>
                  </a:ext>
                </a:extLst>
              </p14:cNvPr>
              <p14:cNvContentPartPr/>
              <p14:nvPr/>
            </p14:nvContentPartPr>
            <p14:xfrm>
              <a:off x="4114600" y="934240"/>
              <a:ext cx="360" cy="360"/>
            </p14:xfrm>
          </p:contentPart>
        </mc:Choice>
        <mc:Fallback>
          <p:pic>
            <p:nvPicPr>
              <p:cNvPr id="28" name="Ink 27">
                <a:extLst>
                  <a:ext uri="{FF2B5EF4-FFF2-40B4-BE49-F238E27FC236}">
                    <a16:creationId xmlns:p14="http://schemas.microsoft.com/office/powerpoint/2010/main" xmlns="" xmlns:a16="http://schemas.microsoft.com/office/drawing/2014/main" id="{66E27908-1A70-EC94-C972-9961863528DA}"/>
                  </a:ext>
                </a:extLst>
              </p:cNvPr>
              <p:cNvPicPr/>
              <p:nvPr/>
            </p:nvPicPr>
            <p:blipFill>
              <a:blip r:embed="rId6" cstate="print"/>
              <a:stretch>
                <a:fillRect/>
              </a:stretch>
            </p:blipFill>
            <p:spPr>
              <a:xfrm>
                <a:off x="4105960" y="92524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25">
            <p14:nvContentPartPr>
              <p14:cNvPr id="29" name="Ink 28">
                <a:extLst>
                  <a:ext uri="{FF2B5EF4-FFF2-40B4-BE49-F238E27FC236}">
                    <a16:creationId xmlns:a16="http://schemas.microsoft.com/office/drawing/2014/main" id="{D18AAA7B-574A-4C43-6382-FEFA1D1E3BF9}"/>
                  </a:ext>
                </a:extLst>
              </p14:cNvPr>
              <p14:cNvContentPartPr/>
              <p14:nvPr/>
            </p14:nvContentPartPr>
            <p14:xfrm>
              <a:off x="4114600" y="934240"/>
              <a:ext cx="360" cy="360"/>
            </p14:xfrm>
          </p:contentPart>
        </mc:Choice>
        <mc:Fallback>
          <p:pic>
            <p:nvPicPr>
              <p:cNvPr id="29" name="Ink 28">
                <a:extLst>
                  <a:ext uri="{FF2B5EF4-FFF2-40B4-BE49-F238E27FC236}">
                    <a16:creationId xmlns:p14="http://schemas.microsoft.com/office/powerpoint/2010/main" xmlns="" xmlns:a16="http://schemas.microsoft.com/office/drawing/2014/main" id="{D18AAA7B-574A-4C43-6382-FEFA1D1E3BF9}"/>
                  </a:ext>
                </a:extLst>
              </p:cNvPr>
              <p:cNvPicPr/>
              <p:nvPr/>
            </p:nvPicPr>
            <p:blipFill>
              <a:blip r:embed="rId6" cstate="print"/>
              <a:stretch>
                <a:fillRect/>
              </a:stretch>
            </p:blipFill>
            <p:spPr>
              <a:xfrm>
                <a:off x="4105960" y="925240"/>
                <a:ext cx="18000" cy="18000"/>
              </a:xfrm>
              <a:prstGeom prst="rect">
                <a:avLst/>
              </a:prstGeom>
            </p:spPr>
          </p:pic>
        </mc:Fallback>
      </mc:AlternateContent>
      <mc:AlternateContent xmlns:mc="http://schemas.openxmlformats.org/markup-compatibility/2006">
        <mc:Choice xmlns="" xmlns:p14="http://schemas.microsoft.com/office/powerpoint/2010/main" Requires="p14">
          <p:contentPart p14:bwMode="auto" r:id="rId26">
            <p14:nvContentPartPr>
              <p14:cNvPr id="30" name="Ink 29">
                <a:extLst>
                  <a:ext uri="{FF2B5EF4-FFF2-40B4-BE49-F238E27FC236}">
                    <a16:creationId xmlns:a16="http://schemas.microsoft.com/office/drawing/2014/main" id="{0D404726-F297-F69F-BCC1-1DB6E0BDA83D}"/>
                  </a:ext>
                </a:extLst>
              </p14:cNvPr>
              <p14:cNvContentPartPr/>
              <p14:nvPr/>
            </p14:nvContentPartPr>
            <p14:xfrm>
              <a:off x="4114600" y="934240"/>
              <a:ext cx="360" cy="360"/>
            </p14:xfrm>
          </p:contentPart>
        </mc:Choice>
        <mc:Fallback>
          <p:pic>
            <p:nvPicPr>
              <p:cNvPr id="30" name="Ink 29">
                <a:extLst>
                  <a:ext uri="{FF2B5EF4-FFF2-40B4-BE49-F238E27FC236}">
                    <a16:creationId xmlns:p14="http://schemas.microsoft.com/office/powerpoint/2010/main" xmlns="" xmlns:a16="http://schemas.microsoft.com/office/drawing/2014/main" id="{0D404726-F297-F69F-BCC1-1DB6E0BDA83D}"/>
                  </a:ext>
                </a:extLst>
              </p:cNvPr>
              <p:cNvPicPr/>
              <p:nvPr/>
            </p:nvPicPr>
            <p:blipFill>
              <a:blip r:embed="rId6" cstate="print"/>
              <a:stretch>
                <a:fillRect/>
              </a:stretch>
            </p:blipFill>
            <p:spPr>
              <a:xfrm>
                <a:off x="4105960" y="925240"/>
                <a:ext cx="18000" cy="18000"/>
              </a:xfrm>
              <a:prstGeom prst="rect">
                <a:avLst/>
              </a:prstGeom>
            </p:spPr>
          </p:pic>
        </mc:Fallback>
      </mc:AlternateContent>
    </p:spTree>
    <p:extLst>
      <p:ext uri="{BB962C8B-B14F-4D97-AF65-F5344CB8AC3E}">
        <p14:creationId xmlns="" xmlns:p14="http://schemas.microsoft.com/office/powerpoint/2010/main" val="10454331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BC3631D-5C2D-A4D1-69C4-8339370F115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F0D893F3-427F-2529-48CC-017CEF745865}"/>
              </a:ext>
            </a:extLst>
          </p:cNvPr>
          <p:cNvPicPr>
            <a:picLocks noGrp="1" noChangeAspect="1"/>
          </p:cNvPicPr>
          <p:nvPr>
            <p:ph idx="1"/>
          </p:nvPr>
        </p:nvPicPr>
        <p:blipFill>
          <a:blip r:embed="rId2" cstate="print"/>
          <a:stretch>
            <a:fillRect/>
          </a:stretch>
        </p:blipFill>
        <p:spPr>
          <a:xfrm>
            <a:off x="395420" y="365126"/>
            <a:ext cx="8281150" cy="6304324"/>
          </a:xfrm>
        </p:spPr>
      </p:pic>
    </p:spTree>
    <p:extLst>
      <p:ext uri="{BB962C8B-B14F-4D97-AF65-F5344CB8AC3E}">
        <p14:creationId xmlns="" xmlns:p14="http://schemas.microsoft.com/office/powerpoint/2010/main" val="1190999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Template>
  <TotalTime>2394</TotalTime>
  <Words>1330</Words>
  <Application>Microsoft Office PowerPoint</Application>
  <PresentationFormat>On-screen Show (4:3)</PresentationFormat>
  <Paragraphs>179</Paragraphs>
  <Slides>99</Slides>
  <Notes>3</Notes>
  <HiddenSlides>0</HiddenSlides>
  <MMClips>0</MMClips>
  <ScaleCrop>false</ScaleCrop>
  <HeadingPairs>
    <vt:vector size="4" baseType="variant">
      <vt:variant>
        <vt:lpstr>Theme</vt:lpstr>
      </vt:variant>
      <vt:variant>
        <vt:i4>1</vt:i4>
      </vt:variant>
      <vt:variant>
        <vt:lpstr>Slide Titles</vt:lpstr>
      </vt:variant>
      <vt:variant>
        <vt:i4>99</vt:i4>
      </vt:variant>
    </vt:vector>
  </HeadingPairs>
  <TitlesOfParts>
    <vt:vector size="100" baseType="lpstr">
      <vt:lpstr>Office Theme</vt:lpstr>
      <vt:lpstr>Content</vt:lpstr>
      <vt:lpstr>Docker</vt:lpstr>
      <vt:lpstr>Need of Docker</vt:lpstr>
      <vt:lpstr>Difference Between Docker and VM</vt:lpstr>
      <vt:lpstr>What is Docker</vt:lpstr>
      <vt:lpstr>Container</vt:lpstr>
      <vt:lpstr>Where do container live</vt:lpstr>
      <vt:lpstr>                                                         Developer             Developer </vt:lpstr>
      <vt:lpstr>Slide 9</vt:lpstr>
      <vt:lpstr>Slide 10</vt:lpstr>
      <vt:lpstr>Slide 11</vt:lpstr>
      <vt:lpstr>Slide 12</vt:lpstr>
      <vt:lpstr>Docker Installation</vt:lpstr>
      <vt:lpstr>Click on Docker Home</vt:lpstr>
      <vt:lpstr>Press on GET STARTED</vt:lpstr>
      <vt:lpstr>Click on see Docker Desktop for Windows</vt:lpstr>
      <vt:lpstr>Click on  Docker Desktop for Windows to download file</vt:lpstr>
      <vt:lpstr>Before installation do the following steps</vt:lpstr>
      <vt:lpstr>Step 2: Press Ctrl+ALT+delete to goto Task manager, click on Performance and then check Virtualization is Enabled</vt:lpstr>
      <vt:lpstr>Click on downloaded  Docker Desktop Installer.exe </vt:lpstr>
      <vt:lpstr>It shows docker packaging</vt:lpstr>
      <vt:lpstr>Slide 22</vt:lpstr>
      <vt:lpstr>If you want to install , first type (install WSL) then click on Manual installation steps for older versions of WSL - Microsoft ... </vt:lpstr>
      <vt:lpstr>Download WSL2 Linux kernel update package for x64 machines and install </vt:lpstr>
      <vt:lpstr>Next Displays </vt:lpstr>
      <vt:lpstr>Now Clicking Docker on a desktop must display these images</vt:lpstr>
      <vt:lpstr>To check docker has been installed correctly type  (docker version in command prompt).  It should show both client(windows) and server(linux)</vt:lpstr>
      <vt:lpstr> Docker CLI</vt:lpstr>
      <vt:lpstr>Slide 29</vt:lpstr>
      <vt:lpstr>$ docker run hello-world  1. pull docker image hello-world locally 2. First, check in the cache, if not present, get from docker hub. 3. Then create a container for it and run</vt:lpstr>
      <vt:lpstr>$ docker run hello-world   1. executes a docker image hello-world locally </vt:lpstr>
      <vt:lpstr>Get images from docker hub</vt:lpstr>
      <vt:lpstr>Copy docker pull redis and paste in command prompt</vt:lpstr>
      <vt:lpstr>If you go below in docker hub page, you can see redis versions</vt:lpstr>
      <vt:lpstr>Pull redis image  C:\Users\SHRADHA&gt;docker pull redis</vt:lpstr>
      <vt:lpstr>C:\USERS\SHRADHA&gt;docker images  Shows two images redis and hell-world image. Tag latest means it has downloaded latest version. It shows size of image</vt:lpstr>
      <vt:lpstr>Create docker Hub account Here it has redis image</vt:lpstr>
      <vt:lpstr>docker images command shows all images $ docker images</vt:lpstr>
      <vt:lpstr>docker run command</vt:lpstr>
      <vt:lpstr>docker ps command</vt:lpstr>
      <vt:lpstr>Goto previous command prompt and press Control C to stop redis container running</vt:lpstr>
      <vt:lpstr>If u give in other command prompt C:\Users\SHRADHA&gt;docker ps it shows container stopped running</vt:lpstr>
      <vt:lpstr>Run in detached mode means starts new container with command  </vt:lpstr>
      <vt:lpstr>stop command  stops running container</vt:lpstr>
      <vt:lpstr>$docker ps –a   shows both running and stopped containers </vt:lpstr>
      <vt:lpstr>$docker start containerID  used to restart the container if it has stopped due to application crash or if error occurred</vt:lpstr>
      <vt:lpstr>Creating same image with different version in one application docker run redis:5.0 </vt:lpstr>
      <vt:lpstr>Here are two redis images with different versions run using a container having the same port 6379 number. The containers having the same port can be bind to a different port on a host machine/ laptop.</vt:lpstr>
      <vt:lpstr>Use –p port number to bind the redis to port 6000</vt:lpstr>
      <vt:lpstr>Shows redis binded to port 6000</vt:lpstr>
      <vt:lpstr>If redis:5.0 connected to same port 6000, then shows port error</vt:lpstr>
      <vt:lpstr>Now redis:5.0 connected to port 6001</vt:lpstr>
      <vt:lpstr>Troubleshooting containers using logs $docker logs 505a74ea315 Helps to see what’s going on in container</vt:lpstr>
      <vt:lpstr>Naming the container redis 5.0 named as older docker run –d –p6001:6379 --name redis-older redis:5.0</vt:lpstr>
      <vt:lpstr>redis named as newer  docker run –d –p6000:6379 –name redis-newerr redis</vt:lpstr>
      <vt:lpstr>$ docker ps –a Shows all running and stopped containers</vt:lpstr>
      <vt:lpstr>$ docker logs 5e14e17ec435 shows commands running in container with id 5e14e17ec435</vt:lpstr>
      <vt:lpstr> $ docker stop f5222408e8b3  used to stop running container here f5222408e8b3 is container id </vt:lpstr>
      <vt:lpstr>Running container in interactive mode</vt:lpstr>
      <vt:lpstr>$docker login login to docker hub with required credentials </vt:lpstr>
      <vt:lpstr>Slide 61</vt:lpstr>
      <vt:lpstr>$ docker kill f0f97ae8a29e Kills container that is running and does not stop</vt:lpstr>
      <vt:lpstr>$docker exec –i –t 51ae5a4db49b sh Runs a container in interactive mode. Helps to see all directories, goto home directory, see virtual file system inside container, navigate to different directories, and can see environment variables  Here -i mean connect stdin to this container. -t means give formatted output.  sh is a command processor, it starts terminal in this container. Press ^C to exit from this container</vt:lpstr>
      <vt:lpstr>Run ubuntu with echo</vt:lpstr>
      <vt:lpstr>Exercise c.  Pull image from docker repository and run it as a container</vt:lpstr>
      <vt:lpstr>$ docker search ubuntu displays public images in ubuntu</vt:lpstr>
      <vt:lpstr>$ docker pull ubuntu-upstart it pulls this feature from docker repository on our virtual machine. Later we can run it locally</vt:lpstr>
      <vt:lpstr>$ docker images shows pulled image ubuntu-upstart</vt:lpstr>
      <vt:lpstr>$ docker run -it b28219773b9b /bin/bash runs (-it means) in pseudo tty terminal, the container  for image with id b28219773b9b of ubuntu-upstart  Here, now we are able to run commands inside the container. So the prompt appears as #     </vt:lpstr>
      <vt:lpstr>Now run inside container, command #apt-get update Press ^c to stop and exit to exit </vt:lpstr>
      <vt:lpstr>Ubuntu image we pulled from docker hub</vt:lpstr>
      <vt:lpstr>Similarly we can pull node locally from docker hub. Go to next slide</vt:lpstr>
      <vt:lpstr>$ docker search node</vt:lpstr>
      <vt:lpstr>Here we directly run the node in our local machine. And run the ls command and exited using the exit command</vt:lpstr>
      <vt:lpstr> Exercise 4. Create Docker Image using Dockerfile </vt:lpstr>
      <vt:lpstr>Dockerfile</vt:lpstr>
      <vt:lpstr>Steps to follow</vt:lpstr>
      <vt:lpstr>Step 1 create Dockerfile </vt:lpstr>
      <vt:lpstr>Step 2: Add instructions to Dockerfile</vt:lpstr>
      <vt:lpstr>Code in Docker file</vt:lpstr>
      <vt:lpstr>Step 3: Build Dockerfile to create image</vt:lpstr>
      <vt:lpstr>Slide 82</vt:lpstr>
      <vt:lpstr>Continued… if prompt not appear close and open again</vt:lpstr>
      <vt:lpstr>Continued…</vt:lpstr>
      <vt:lpstr>$docker images Here image with yog2ndimage created</vt:lpstr>
      <vt:lpstr>Step 4: Run the image with image ID f49626edfb15  to create a container  $docker run f49626edfb15</vt:lpstr>
      <vt:lpstr> Exercise 5.  Publishing docker image into docker repository </vt:lpstr>
      <vt:lpstr>We will tag image yog2image with tag 02 as $ docker tag yog2ndimage:02 anujyog1/secondimage    image name    version/tag     docker id     tagname latest</vt:lpstr>
      <vt:lpstr>$ docker images shows tagged image anujyog1/secondimage </vt:lpstr>
      <vt:lpstr>$ docker push anujyog1/secondimage Pushes image into docker repo with id anujyog1</vt:lpstr>
      <vt:lpstr>Goto docker hub account/repository. Now here no image with name anujyog1/secondimage. To get it press on refresh </vt:lpstr>
      <vt:lpstr>After refreshing, press on anujyog1/secondimage and see next slide </vt:lpstr>
      <vt:lpstr>Here shows image pushed</vt:lpstr>
      <vt:lpstr>Here one can press on tag, or share this image using command pull</vt:lpstr>
      <vt:lpstr>Exercise 6. Pulling pushed image, running that image, executing in interactive mode </vt:lpstr>
      <vt:lpstr>Open another terminal in Visual Studio Code Paste Pull command  (PS C:\Users\SHRADHA\OneDrive\Desktop\tomcatfile&gt; docker pull anujyog1/secondimage:latest) </vt:lpstr>
      <vt:lpstr>Run pulled image</vt:lpstr>
      <vt:lpstr>Continued…   Shows ready to accept connections i.e. image Redis is running </vt:lpstr>
      <vt:lpstr>Slide 99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Exercise 1 Docker Installation</dc:title>
  <dc:creator>User</dc:creator>
  <cp:lastModifiedBy>User</cp:lastModifiedBy>
  <cp:revision>108</cp:revision>
  <dcterms:created xsi:type="dcterms:W3CDTF">2022-05-23T13:42:56Z</dcterms:created>
  <dcterms:modified xsi:type="dcterms:W3CDTF">2024-12-10T10:40:04Z</dcterms:modified>
</cp:coreProperties>
</file>